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1" r:id="rId1"/>
  </p:sldMasterIdLst>
  <p:sldIdLst>
    <p:sldId id="256" r:id="rId2"/>
    <p:sldId id="257" r:id="rId3"/>
    <p:sldId id="258" r:id="rId4"/>
    <p:sldId id="259" r:id="rId5"/>
    <p:sldId id="264" r:id="rId6"/>
    <p:sldId id="262" r:id="rId7"/>
    <p:sldId id="265" r:id="rId8"/>
    <p:sldId id="263" r:id="rId9"/>
    <p:sldId id="260" r:id="rId10"/>
    <p:sldId id="266" r:id="rId11"/>
    <p:sldId id="261" r:id="rId12"/>
    <p:sldId id="279" r:id="rId13"/>
    <p:sldId id="267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6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39E"/>
    <a:srgbClr val="DE6A73"/>
    <a:srgbClr val="E669B9"/>
    <a:srgbClr val="9071CE"/>
    <a:srgbClr val="E1C233"/>
    <a:srgbClr val="FFD13F"/>
    <a:srgbClr val="F9927D"/>
    <a:srgbClr val="F2A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AB5660-01BF-4BC0-A4C3-55756E4BC69E}" v="27" dt="2026-09-13T04:26:05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m Ghebrehiwet" userId="abfc590084381924" providerId="LiveId" clId="{810F1BBA-1487-4FD2-B7B3-C40922840D35}"/>
    <pc:docChg chg="undo custSel addSld delSld modSld sldOrd">
      <pc:chgData name="Nahum Ghebrehiwet" userId="abfc590084381924" providerId="LiveId" clId="{810F1BBA-1487-4FD2-B7B3-C40922840D35}" dt="2026-09-13T04:35:17.678" v="4527" actId="1076"/>
      <pc:docMkLst>
        <pc:docMk/>
      </pc:docMkLst>
      <pc:sldChg chg="modSp mod">
        <pc:chgData name="Nahum Ghebrehiwet" userId="abfc590084381924" providerId="LiveId" clId="{810F1BBA-1487-4FD2-B7B3-C40922840D35}" dt="2026-08-30T06:28:04.450" v="1692" actId="27636"/>
        <pc:sldMkLst>
          <pc:docMk/>
          <pc:sldMk cId="3679041302" sldId="256"/>
        </pc:sldMkLst>
        <pc:spChg chg="mod">
          <ac:chgData name="Nahum Ghebrehiwet" userId="abfc590084381924" providerId="LiveId" clId="{810F1BBA-1487-4FD2-B7B3-C40922840D35}" dt="2026-08-30T06:28:04.450" v="1692" actId="27636"/>
          <ac:spMkLst>
            <pc:docMk/>
            <pc:sldMk cId="3679041302" sldId="256"/>
            <ac:spMk id="2" creationId="{FF8FCC16-AF46-D2CB-88D9-5788E68461DD}"/>
          </ac:spMkLst>
        </pc:spChg>
        <pc:spChg chg="mod">
          <ac:chgData name="Nahum Ghebrehiwet" userId="abfc590084381924" providerId="LiveId" clId="{810F1BBA-1487-4FD2-B7B3-C40922840D35}" dt="2026-08-30T06:28:04.346" v="1691"/>
          <ac:spMkLst>
            <pc:docMk/>
            <pc:sldMk cId="3679041302" sldId="256"/>
            <ac:spMk id="3" creationId="{8FCB6667-7F8D-A9CD-0BF7-7F78E30E24AE}"/>
          </ac:spMkLst>
        </pc:spChg>
      </pc:sldChg>
      <pc:sldChg chg="modSp mod">
        <pc:chgData name="Nahum Ghebrehiwet" userId="abfc590084381924" providerId="LiveId" clId="{810F1BBA-1487-4FD2-B7B3-C40922840D35}" dt="2026-09-11T05:48:05.500" v="4250" actId="20577"/>
        <pc:sldMkLst>
          <pc:docMk/>
          <pc:sldMk cId="2347028390" sldId="257"/>
        </pc:sldMkLst>
        <pc:spChg chg="mod">
          <ac:chgData name="Nahum Ghebrehiwet" userId="abfc590084381924" providerId="LiveId" clId="{810F1BBA-1487-4FD2-B7B3-C40922840D35}" dt="2026-08-30T06:28:04.346" v="1691"/>
          <ac:spMkLst>
            <pc:docMk/>
            <pc:sldMk cId="2347028390" sldId="257"/>
            <ac:spMk id="2" creationId="{D9849E8B-CBF4-D951-6C02-E7463A5E9EBF}"/>
          </ac:spMkLst>
        </pc:spChg>
        <pc:spChg chg="mod">
          <ac:chgData name="Nahum Ghebrehiwet" userId="abfc590084381924" providerId="LiveId" clId="{810F1BBA-1487-4FD2-B7B3-C40922840D35}" dt="2026-09-11T05:48:05.500" v="4250" actId="20577"/>
          <ac:spMkLst>
            <pc:docMk/>
            <pc:sldMk cId="2347028390" sldId="257"/>
            <ac:spMk id="3" creationId="{A7969BBC-F6B6-DAFE-09A9-B1FCC9DA5185}"/>
          </ac:spMkLst>
        </pc:spChg>
      </pc:sldChg>
      <pc:sldChg chg="modSp new mod">
        <pc:chgData name="Nahum Ghebrehiwet" userId="abfc590084381924" providerId="LiveId" clId="{810F1BBA-1487-4FD2-B7B3-C40922840D35}" dt="2026-09-10T06:04:59.107" v="3372" actId="20577"/>
        <pc:sldMkLst>
          <pc:docMk/>
          <pc:sldMk cId="4129756309" sldId="258"/>
        </pc:sldMkLst>
        <pc:spChg chg="mod">
          <ac:chgData name="Nahum Ghebrehiwet" userId="abfc590084381924" providerId="LiveId" clId="{810F1BBA-1487-4FD2-B7B3-C40922840D35}" dt="2026-08-30T06:28:04.346" v="1691"/>
          <ac:spMkLst>
            <pc:docMk/>
            <pc:sldMk cId="4129756309" sldId="258"/>
            <ac:spMk id="2" creationId="{907F227A-CD4F-35CC-D5DC-387E9FAB2CDB}"/>
          </ac:spMkLst>
        </pc:spChg>
        <pc:spChg chg="mod">
          <ac:chgData name="Nahum Ghebrehiwet" userId="abfc590084381924" providerId="LiveId" clId="{810F1BBA-1487-4FD2-B7B3-C40922840D35}" dt="2026-09-10T06:04:59.107" v="3372" actId="20577"/>
          <ac:spMkLst>
            <pc:docMk/>
            <pc:sldMk cId="4129756309" sldId="258"/>
            <ac:spMk id="3" creationId="{A470EAA7-5E16-CC71-E0DD-EA0520697D73}"/>
          </ac:spMkLst>
        </pc:spChg>
      </pc:sldChg>
      <pc:sldChg chg="addSp delSp modSp new mod modClrScheme chgLayout">
        <pc:chgData name="Nahum Ghebrehiwet" userId="abfc590084381924" providerId="LiveId" clId="{810F1BBA-1487-4FD2-B7B3-C40922840D35}" dt="2026-09-13T01:10:08.350" v="4498" actId="20577"/>
        <pc:sldMkLst>
          <pc:docMk/>
          <pc:sldMk cId="3432223268" sldId="259"/>
        </pc:sldMkLst>
        <pc:spChg chg="mod">
          <ac:chgData name="Nahum Ghebrehiwet" userId="abfc590084381924" providerId="LiveId" clId="{810F1BBA-1487-4FD2-B7B3-C40922840D35}" dt="2026-09-10T06:06:01.930" v="3475" actId="26606"/>
          <ac:spMkLst>
            <pc:docMk/>
            <pc:sldMk cId="3432223268" sldId="259"/>
            <ac:spMk id="2" creationId="{C88581CF-220B-ECF6-88A7-BA95F80BCBC4}"/>
          </ac:spMkLst>
        </pc:spChg>
        <pc:spChg chg="add del mod">
          <ac:chgData name="Nahum Ghebrehiwet" userId="abfc590084381924" providerId="LiveId" clId="{810F1BBA-1487-4FD2-B7B3-C40922840D35}" dt="2026-09-13T01:10:08.350" v="4498" actId="20577"/>
          <ac:spMkLst>
            <pc:docMk/>
            <pc:sldMk cId="3432223268" sldId="259"/>
            <ac:spMk id="3" creationId="{2C6949FE-4027-D1F6-FF0B-C11499F483EC}"/>
          </ac:spMkLst>
        </pc:spChg>
      </pc:sldChg>
      <pc:sldChg chg="addSp delSp modSp new mod ord">
        <pc:chgData name="Nahum Ghebrehiwet" userId="abfc590084381924" providerId="LiveId" clId="{810F1BBA-1487-4FD2-B7B3-C40922840D35}" dt="2026-09-13T01:17:16.020" v="4500"/>
        <pc:sldMkLst>
          <pc:docMk/>
          <pc:sldMk cId="307912070" sldId="260"/>
        </pc:sldMkLst>
        <pc:spChg chg="mod">
          <ac:chgData name="Nahum Ghebrehiwet" userId="abfc590084381924" providerId="LiveId" clId="{810F1BBA-1487-4FD2-B7B3-C40922840D35}" dt="2026-09-07T05:09:59.618" v="1950" actId="20577"/>
          <ac:spMkLst>
            <pc:docMk/>
            <pc:sldMk cId="307912070" sldId="260"/>
            <ac:spMk id="2" creationId="{D566A9E3-0AFC-BE5D-9284-AA9091562C7B}"/>
          </ac:spMkLst>
        </pc:spChg>
        <pc:graphicFrameChg chg="add mod">
          <ac:chgData name="Nahum Ghebrehiwet" userId="abfc590084381924" providerId="LiveId" clId="{810F1BBA-1487-4FD2-B7B3-C40922840D35}" dt="2026-09-05T01:53:40.826" v="1862" actId="1076"/>
          <ac:graphicFrameMkLst>
            <pc:docMk/>
            <pc:sldMk cId="307912070" sldId="260"/>
            <ac:graphicFrameMk id="5" creationId="{FE5A8A25-8E36-45ED-86C1-7C04F3C7110D}"/>
          </ac:graphicFrameMkLst>
        </pc:graphicFrameChg>
        <pc:graphicFrameChg chg="add mod">
          <ac:chgData name="Nahum Ghebrehiwet" userId="abfc590084381924" providerId="LiveId" clId="{810F1BBA-1487-4FD2-B7B3-C40922840D35}" dt="2026-09-05T01:53:28.874" v="1860" actId="14100"/>
          <ac:graphicFrameMkLst>
            <pc:docMk/>
            <pc:sldMk cId="307912070" sldId="260"/>
            <ac:graphicFrameMk id="6" creationId="{C0695BCB-0340-46EA-83C0-844B0CAE0AB8}"/>
          </ac:graphicFrameMkLst>
        </pc:graphicFrameChg>
      </pc:sldChg>
      <pc:sldChg chg="addSp delSp modSp new mod ord">
        <pc:chgData name="Nahum Ghebrehiwet" userId="abfc590084381924" providerId="LiveId" clId="{810F1BBA-1487-4FD2-B7B3-C40922840D35}" dt="2026-09-13T01:33:50.177" v="4508" actId="207"/>
        <pc:sldMkLst>
          <pc:docMk/>
          <pc:sldMk cId="2453180438" sldId="261"/>
        </pc:sldMkLst>
        <pc:spChg chg="mod">
          <ac:chgData name="Nahum Ghebrehiwet" userId="abfc590084381924" providerId="LiveId" clId="{810F1BBA-1487-4FD2-B7B3-C40922840D35}" dt="2026-08-30T06:28:04.346" v="1691"/>
          <ac:spMkLst>
            <pc:docMk/>
            <pc:sldMk cId="2453180438" sldId="261"/>
            <ac:spMk id="2" creationId="{F7B10A3F-BFDF-6B2D-3629-B4C640AFC593}"/>
          </ac:spMkLst>
        </pc:spChg>
        <pc:graphicFrameChg chg="add mod">
          <ac:chgData name="Nahum Ghebrehiwet" userId="abfc590084381924" providerId="LiveId" clId="{810F1BBA-1487-4FD2-B7B3-C40922840D35}" dt="2026-08-28T01:13:36.252" v="1456" actId="1076"/>
          <ac:graphicFrameMkLst>
            <pc:docMk/>
            <pc:sldMk cId="2453180438" sldId="261"/>
            <ac:graphicFrameMk id="4" creationId="{52537698-4ED3-4027-9797-C323E8F908EB}"/>
          </ac:graphicFrameMkLst>
        </pc:graphicFrameChg>
        <pc:graphicFrameChg chg="add mod">
          <ac:chgData name="Nahum Ghebrehiwet" userId="abfc590084381924" providerId="LiveId" clId="{810F1BBA-1487-4FD2-B7B3-C40922840D35}" dt="2026-09-13T01:33:50.177" v="4508" actId="207"/>
          <ac:graphicFrameMkLst>
            <pc:docMk/>
            <pc:sldMk cId="2453180438" sldId="261"/>
            <ac:graphicFrameMk id="5" creationId="{6F2AF561-5299-47A9-859E-592E3CDB7DE8}"/>
          </ac:graphicFrameMkLst>
        </pc:graphicFrameChg>
        <pc:graphicFrameChg chg="add mod">
          <ac:chgData name="Nahum Ghebrehiwet" userId="abfc590084381924" providerId="LiveId" clId="{810F1BBA-1487-4FD2-B7B3-C40922840D35}" dt="2026-09-13T01:33:42.234" v="4507" actId="207"/>
          <ac:graphicFrameMkLst>
            <pc:docMk/>
            <pc:sldMk cId="2453180438" sldId="261"/>
            <ac:graphicFrameMk id="6" creationId="{EA15A207-9C66-48B1-99DD-51012497B202}"/>
          </ac:graphicFrameMkLst>
        </pc:graphicFrameChg>
        <pc:graphicFrameChg chg="add mod">
          <ac:chgData name="Nahum Ghebrehiwet" userId="abfc590084381924" providerId="LiveId" clId="{810F1BBA-1487-4FD2-B7B3-C40922840D35}" dt="2026-09-13T01:33:30.754" v="4506" actId="207"/>
          <ac:graphicFrameMkLst>
            <pc:docMk/>
            <pc:sldMk cId="2453180438" sldId="261"/>
            <ac:graphicFrameMk id="7" creationId="{9C3D200D-83CD-407A-8007-F6E137175463}"/>
          </ac:graphicFrameMkLst>
        </pc:graphicFrameChg>
      </pc:sldChg>
      <pc:sldChg chg="addSp delSp modSp new mod">
        <pc:chgData name="Nahum Ghebrehiwet" userId="abfc590084381924" providerId="LiveId" clId="{810F1BBA-1487-4FD2-B7B3-C40922840D35}" dt="2026-09-13T04:35:17.678" v="4527" actId="1076"/>
        <pc:sldMkLst>
          <pc:docMk/>
          <pc:sldMk cId="3928424796" sldId="262"/>
        </pc:sldMkLst>
        <pc:spChg chg="mod">
          <ac:chgData name="Nahum Ghebrehiwet" userId="abfc590084381924" providerId="LiveId" clId="{810F1BBA-1487-4FD2-B7B3-C40922840D35}" dt="2026-09-01T04:34:11.678" v="1746" actId="20577"/>
          <ac:spMkLst>
            <pc:docMk/>
            <pc:sldMk cId="3928424796" sldId="262"/>
            <ac:spMk id="2" creationId="{7F0C7668-AECE-5E37-FA71-82FB88C03572}"/>
          </ac:spMkLst>
        </pc:spChg>
        <pc:graphicFrameChg chg="add mod">
          <ac:chgData name="Nahum Ghebrehiwet" userId="abfc590084381924" providerId="LiveId" clId="{810F1BBA-1487-4FD2-B7B3-C40922840D35}" dt="2026-09-13T04:26:05.929" v="4524" actId="207"/>
          <ac:graphicFrameMkLst>
            <pc:docMk/>
            <pc:sldMk cId="3928424796" sldId="262"/>
            <ac:graphicFrameMk id="7" creationId="{38E8609E-9875-B2C9-C445-87A463E3D6BD}"/>
          </ac:graphicFrameMkLst>
        </pc:graphicFrameChg>
        <pc:picChg chg="add del mod">
          <ac:chgData name="Nahum Ghebrehiwet" userId="abfc590084381924" providerId="LiveId" clId="{810F1BBA-1487-4FD2-B7B3-C40922840D35}" dt="2026-09-13T04:26:13.342" v="4525" actId="478"/>
          <ac:picMkLst>
            <pc:docMk/>
            <pc:sldMk cId="3928424796" sldId="262"/>
            <ac:picMk id="4" creationId="{CE5EED94-7834-71D2-519A-35DF33F2A2C6}"/>
          </ac:picMkLst>
        </pc:picChg>
        <pc:picChg chg="add mod ord">
          <ac:chgData name="Nahum Ghebrehiwet" userId="abfc590084381924" providerId="LiveId" clId="{810F1BBA-1487-4FD2-B7B3-C40922840D35}" dt="2026-09-01T22:31:12.470" v="1782" actId="1076"/>
          <ac:picMkLst>
            <pc:docMk/>
            <pc:sldMk cId="3928424796" sldId="262"/>
            <ac:picMk id="5" creationId="{31571234-9F82-6E2E-AC86-92E316A893B3}"/>
          </ac:picMkLst>
        </pc:picChg>
        <pc:picChg chg="add mod">
          <ac:chgData name="Nahum Ghebrehiwet" userId="abfc590084381924" providerId="LiveId" clId="{810F1BBA-1487-4FD2-B7B3-C40922840D35}" dt="2026-09-13T04:35:17.678" v="4527" actId="1076"/>
          <ac:picMkLst>
            <pc:docMk/>
            <pc:sldMk cId="3928424796" sldId="262"/>
            <ac:picMk id="8" creationId="{C1035CDB-8E4D-87A2-7D2B-B29E0C111A9D}"/>
          </ac:picMkLst>
        </pc:picChg>
      </pc:sldChg>
      <pc:sldChg chg="addSp delSp modSp new mod">
        <pc:chgData name="Nahum Ghebrehiwet" userId="abfc590084381924" providerId="LiveId" clId="{810F1BBA-1487-4FD2-B7B3-C40922840D35}" dt="2026-08-30T06:28:04.346" v="1691"/>
        <pc:sldMkLst>
          <pc:docMk/>
          <pc:sldMk cId="507933263" sldId="263"/>
        </pc:sldMkLst>
        <pc:spChg chg="mod">
          <ac:chgData name="Nahum Ghebrehiwet" userId="abfc590084381924" providerId="LiveId" clId="{810F1BBA-1487-4FD2-B7B3-C40922840D35}" dt="2026-08-30T06:28:04.346" v="1691"/>
          <ac:spMkLst>
            <pc:docMk/>
            <pc:sldMk cId="507933263" sldId="263"/>
            <ac:spMk id="2" creationId="{3AB674F9-8B38-1A43-0052-B7406F4B930B}"/>
          </ac:spMkLst>
        </pc:spChg>
        <pc:graphicFrameChg chg="add mod">
          <ac:chgData name="Nahum Ghebrehiwet" userId="abfc590084381924" providerId="LiveId" clId="{810F1BBA-1487-4FD2-B7B3-C40922840D35}" dt="2026-08-28T23:47:38.763" v="1551" actId="1076"/>
          <ac:graphicFrameMkLst>
            <pc:docMk/>
            <pc:sldMk cId="507933263" sldId="263"/>
            <ac:graphicFrameMk id="4" creationId="{7A397B27-2A02-4D15-95DB-D6E089C20C10}"/>
          </ac:graphicFrameMkLst>
        </pc:graphicFrameChg>
        <pc:graphicFrameChg chg="add mod">
          <ac:chgData name="Nahum Ghebrehiwet" userId="abfc590084381924" providerId="LiveId" clId="{810F1BBA-1487-4FD2-B7B3-C40922840D35}" dt="2026-08-28T23:48:24.423" v="1558" actId="1076"/>
          <ac:graphicFrameMkLst>
            <pc:docMk/>
            <pc:sldMk cId="507933263" sldId="263"/>
            <ac:graphicFrameMk id="5" creationId="{3B217791-77BF-41F8-BD66-1F61E2518910}"/>
          </ac:graphicFrameMkLst>
        </pc:graphicFrameChg>
        <pc:graphicFrameChg chg="add mod">
          <ac:chgData name="Nahum Ghebrehiwet" userId="abfc590084381924" providerId="LiveId" clId="{810F1BBA-1487-4FD2-B7B3-C40922840D35}" dt="2026-08-28T23:48:27.460" v="1559" actId="1076"/>
          <ac:graphicFrameMkLst>
            <pc:docMk/>
            <pc:sldMk cId="507933263" sldId="263"/>
            <ac:graphicFrameMk id="6" creationId="{6B0185CE-8FFA-4EF7-9F6C-2F96EDEC5270}"/>
          </ac:graphicFrameMkLst>
        </pc:graphicFrameChg>
      </pc:sldChg>
      <pc:sldChg chg="modSp new mod">
        <pc:chgData name="Nahum Ghebrehiwet" userId="abfc590084381924" providerId="LiveId" clId="{810F1BBA-1487-4FD2-B7B3-C40922840D35}" dt="2026-09-01T04:34:01.385" v="1731" actId="20577"/>
        <pc:sldMkLst>
          <pc:docMk/>
          <pc:sldMk cId="1440553905" sldId="264"/>
        </pc:sldMkLst>
        <pc:spChg chg="mod">
          <ac:chgData name="Nahum Ghebrehiwet" userId="abfc590084381924" providerId="LiveId" clId="{810F1BBA-1487-4FD2-B7B3-C40922840D35}" dt="2026-09-01T04:34:01.385" v="1731" actId="20577"/>
          <ac:spMkLst>
            <pc:docMk/>
            <pc:sldMk cId="1440553905" sldId="264"/>
            <ac:spMk id="2" creationId="{E1176AA7-9F5C-7016-8B35-7BF96A3E1770}"/>
          </ac:spMkLst>
        </pc:spChg>
      </pc:sldChg>
      <pc:sldChg chg="addSp delSp modSp new mod modClrScheme chgLayout">
        <pc:chgData name="Nahum Ghebrehiwet" userId="abfc590084381924" providerId="LiveId" clId="{810F1BBA-1487-4FD2-B7B3-C40922840D35}" dt="2026-09-13T04:08:39.698" v="4522" actId="14100"/>
        <pc:sldMkLst>
          <pc:docMk/>
          <pc:sldMk cId="2040008886" sldId="265"/>
        </pc:sldMkLst>
        <pc:spChg chg="mod">
          <ac:chgData name="Nahum Ghebrehiwet" userId="abfc590084381924" providerId="LiveId" clId="{810F1BBA-1487-4FD2-B7B3-C40922840D35}" dt="2026-09-01T04:34:35.752" v="1767" actId="26606"/>
          <ac:spMkLst>
            <pc:docMk/>
            <pc:sldMk cId="2040008886" sldId="265"/>
            <ac:spMk id="2" creationId="{92FE31C4-BF32-023A-22C9-6D04D69EA44E}"/>
          </ac:spMkLst>
        </pc:spChg>
        <pc:graphicFrameChg chg="add mod">
          <ac:chgData name="Nahum Ghebrehiwet" userId="abfc590084381924" providerId="LiveId" clId="{810F1BBA-1487-4FD2-B7B3-C40922840D35}" dt="2026-09-13T04:08:39.698" v="4522" actId="14100"/>
          <ac:graphicFrameMkLst>
            <pc:docMk/>
            <pc:sldMk cId="2040008886" sldId="265"/>
            <ac:graphicFrameMk id="5" creationId="{23D8DC00-E6D7-ECB9-3BCA-DF0CC0639DDC}"/>
          </ac:graphicFrameMkLst>
        </pc:graphicFrameChg>
        <pc:picChg chg="add mod">
          <ac:chgData name="Nahum Ghebrehiwet" userId="abfc590084381924" providerId="LiveId" clId="{810F1BBA-1487-4FD2-B7B3-C40922840D35}" dt="2026-09-13T04:08:23.947" v="4520" actId="1076"/>
          <ac:picMkLst>
            <pc:docMk/>
            <pc:sldMk cId="2040008886" sldId="265"/>
            <ac:picMk id="4" creationId="{EC492D2F-0C06-428F-FB3B-FB9216B3E293}"/>
          </ac:picMkLst>
        </pc:picChg>
        <pc:picChg chg="add mod">
          <ac:chgData name="Nahum Ghebrehiwet" userId="abfc590084381924" providerId="LiveId" clId="{810F1BBA-1487-4FD2-B7B3-C40922840D35}" dt="2026-09-01T22:30:12.737" v="1776" actId="1076"/>
          <ac:picMkLst>
            <pc:docMk/>
            <pc:sldMk cId="2040008886" sldId="265"/>
            <ac:picMk id="7" creationId="{B44FE369-3F45-003B-41FE-CD72B4E9AE91}"/>
          </ac:picMkLst>
        </pc:picChg>
      </pc:sldChg>
      <pc:sldChg chg="modSp new mod">
        <pc:chgData name="Nahum Ghebrehiwet" userId="abfc590084381924" providerId="LiveId" clId="{810F1BBA-1487-4FD2-B7B3-C40922840D35}" dt="2026-09-07T05:12:26.140" v="2119" actId="20577"/>
        <pc:sldMkLst>
          <pc:docMk/>
          <pc:sldMk cId="3881600719" sldId="266"/>
        </pc:sldMkLst>
        <pc:spChg chg="mod">
          <ac:chgData name="Nahum Ghebrehiwet" userId="abfc590084381924" providerId="LiveId" clId="{810F1BBA-1487-4FD2-B7B3-C40922840D35}" dt="2026-09-05T02:03:46.587" v="1881" actId="20577"/>
          <ac:spMkLst>
            <pc:docMk/>
            <pc:sldMk cId="3881600719" sldId="266"/>
            <ac:spMk id="2" creationId="{B4514E0C-506B-920B-00B6-3253F3540459}"/>
          </ac:spMkLst>
        </pc:spChg>
        <pc:spChg chg="mod">
          <ac:chgData name="Nahum Ghebrehiwet" userId="abfc590084381924" providerId="LiveId" clId="{810F1BBA-1487-4FD2-B7B3-C40922840D35}" dt="2026-09-07T05:12:26.140" v="2119" actId="20577"/>
          <ac:spMkLst>
            <pc:docMk/>
            <pc:sldMk cId="3881600719" sldId="266"/>
            <ac:spMk id="3" creationId="{451DD342-8500-D5D0-A0FE-02410889944A}"/>
          </ac:spMkLst>
        </pc:spChg>
      </pc:sldChg>
      <pc:sldChg chg="modSp new mod">
        <pc:chgData name="Nahum Ghebrehiwet" userId="abfc590084381924" providerId="LiveId" clId="{810F1BBA-1487-4FD2-B7B3-C40922840D35}" dt="2026-09-11T05:52:28.146" v="4274" actId="20577"/>
        <pc:sldMkLst>
          <pc:docMk/>
          <pc:sldMk cId="703414428" sldId="267"/>
        </pc:sldMkLst>
        <pc:spChg chg="mod">
          <ac:chgData name="Nahum Ghebrehiwet" userId="abfc590084381924" providerId="LiveId" clId="{810F1BBA-1487-4FD2-B7B3-C40922840D35}" dt="2026-09-07T19:41:54.346" v="2172" actId="20577"/>
          <ac:spMkLst>
            <pc:docMk/>
            <pc:sldMk cId="703414428" sldId="267"/>
            <ac:spMk id="2" creationId="{9EA0C701-9390-4C79-D396-479F0418E585}"/>
          </ac:spMkLst>
        </pc:spChg>
        <pc:spChg chg="mod">
          <ac:chgData name="Nahum Ghebrehiwet" userId="abfc590084381924" providerId="LiveId" clId="{810F1BBA-1487-4FD2-B7B3-C40922840D35}" dt="2026-09-11T05:52:28.146" v="4274" actId="20577"/>
          <ac:spMkLst>
            <pc:docMk/>
            <pc:sldMk cId="703414428" sldId="267"/>
            <ac:spMk id="3" creationId="{5FFE8A87-5376-A11C-B083-C5F7D0C275CF}"/>
          </ac:spMkLst>
        </pc:spChg>
      </pc:sldChg>
      <pc:sldChg chg="modSp new mod">
        <pc:chgData name="Nahum Ghebrehiwet" userId="abfc590084381924" providerId="LiveId" clId="{810F1BBA-1487-4FD2-B7B3-C40922840D35}" dt="2026-09-11T05:52:51.637" v="4277"/>
        <pc:sldMkLst>
          <pc:docMk/>
          <pc:sldMk cId="1047634027" sldId="268"/>
        </pc:sldMkLst>
        <pc:spChg chg="mod">
          <ac:chgData name="Nahum Ghebrehiwet" userId="abfc590084381924" providerId="LiveId" clId="{810F1BBA-1487-4FD2-B7B3-C40922840D35}" dt="2026-09-07T19:44:06.863" v="2222" actId="20577"/>
          <ac:spMkLst>
            <pc:docMk/>
            <pc:sldMk cId="1047634027" sldId="268"/>
            <ac:spMk id="2" creationId="{EA16F491-8852-2AD3-8367-A95DD77BBEF9}"/>
          </ac:spMkLst>
        </pc:spChg>
        <pc:spChg chg="mod">
          <ac:chgData name="Nahum Ghebrehiwet" userId="abfc590084381924" providerId="LiveId" clId="{810F1BBA-1487-4FD2-B7B3-C40922840D35}" dt="2026-09-11T05:52:51.637" v="4277"/>
          <ac:spMkLst>
            <pc:docMk/>
            <pc:sldMk cId="1047634027" sldId="268"/>
            <ac:spMk id="3" creationId="{CFD61469-B98F-E464-6186-251DDD6D08BC}"/>
          </ac:spMkLst>
        </pc:spChg>
      </pc:sldChg>
      <pc:sldChg chg="addSp delSp modSp new mod">
        <pc:chgData name="Nahum Ghebrehiwet" userId="abfc590084381924" providerId="LiveId" clId="{810F1BBA-1487-4FD2-B7B3-C40922840D35}" dt="2026-09-08T20:22:33.486" v="3055" actId="27918"/>
        <pc:sldMkLst>
          <pc:docMk/>
          <pc:sldMk cId="3747317958" sldId="269"/>
        </pc:sldMkLst>
        <pc:spChg chg="mod">
          <ac:chgData name="Nahum Ghebrehiwet" userId="abfc590084381924" providerId="LiveId" clId="{810F1BBA-1487-4FD2-B7B3-C40922840D35}" dt="2026-09-07T23:21:51.427" v="2301" actId="20577"/>
          <ac:spMkLst>
            <pc:docMk/>
            <pc:sldMk cId="3747317958" sldId="269"/>
            <ac:spMk id="2" creationId="{62088F53-9B7B-039D-E8A2-5928284F1474}"/>
          </ac:spMkLst>
        </pc:spChg>
        <pc:spChg chg="add mod">
          <ac:chgData name="Nahum Ghebrehiwet" userId="abfc590084381924" providerId="LiveId" clId="{810F1BBA-1487-4FD2-B7B3-C40922840D35}" dt="2026-09-08T01:25:49.828" v="2979" actId="20577"/>
          <ac:spMkLst>
            <pc:docMk/>
            <pc:sldMk cId="3747317958" sldId="269"/>
            <ac:spMk id="7" creationId="{B2BAEDD7-6AD8-1923-F18A-0783A245BCC8}"/>
          </ac:spMkLst>
        </pc:spChg>
        <pc:graphicFrameChg chg="add mod">
          <ac:chgData name="Nahum Ghebrehiwet" userId="abfc590084381924" providerId="LiveId" clId="{810F1BBA-1487-4FD2-B7B3-C40922840D35}" dt="2026-09-08T00:30:35.435" v="2866" actId="1076"/>
          <ac:graphicFrameMkLst>
            <pc:docMk/>
            <pc:sldMk cId="3747317958" sldId="269"/>
            <ac:graphicFrameMk id="4" creationId="{AAAF6890-EC80-ABB8-580E-26C5FFADFA08}"/>
          </ac:graphicFrameMkLst>
        </pc:graphicFrameChg>
      </pc:sldChg>
      <pc:sldChg chg="modSp new mod">
        <pc:chgData name="Nahum Ghebrehiwet" userId="abfc590084381924" providerId="LiveId" clId="{810F1BBA-1487-4FD2-B7B3-C40922840D35}" dt="2026-09-08T00:31:32.935" v="2916" actId="20577"/>
        <pc:sldMkLst>
          <pc:docMk/>
          <pc:sldMk cId="1335313518" sldId="270"/>
        </pc:sldMkLst>
        <pc:spChg chg="mod">
          <ac:chgData name="Nahum Ghebrehiwet" userId="abfc590084381924" providerId="LiveId" clId="{810F1BBA-1487-4FD2-B7B3-C40922840D35}" dt="2026-09-07T23:23:04.859" v="2311" actId="20577"/>
          <ac:spMkLst>
            <pc:docMk/>
            <pc:sldMk cId="1335313518" sldId="270"/>
            <ac:spMk id="2" creationId="{26B11BCA-AB0A-5FEC-53B8-8ECD4464101D}"/>
          </ac:spMkLst>
        </pc:spChg>
        <pc:spChg chg="mod">
          <ac:chgData name="Nahum Ghebrehiwet" userId="abfc590084381924" providerId="LiveId" clId="{810F1BBA-1487-4FD2-B7B3-C40922840D35}" dt="2026-09-08T00:31:32.935" v="2916" actId="20577"/>
          <ac:spMkLst>
            <pc:docMk/>
            <pc:sldMk cId="1335313518" sldId="270"/>
            <ac:spMk id="3" creationId="{0DE2FEE1-07AD-7A97-D74A-374904359529}"/>
          </ac:spMkLst>
        </pc:spChg>
      </pc:sldChg>
      <pc:sldChg chg="addSp delSp modSp new mod modClrScheme chgLayout">
        <pc:chgData name="Nahum Ghebrehiwet" userId="abfc590084381924" providerId="LiveId" clId="{810F1BBA-1487-4FD2-B7B3-C40922840D35}" dt="2026-09-10T02:03:40.051" v="3066"/>
        <pc:sldMkLst>
          <pc:docMk/>
          <pc:sldMk cId="2555968820" sldId="271"/>
        </pc:sldMkLst>
        <pc:spChg chg="mod">
          <ac:chgData name="Nahum Ghebrehiwet" userId="abfc590084381924" providerId="LiveId" clId="{810F1BBA-1487-4FD2-B7B3-C40922840D35}" dt="2026-09-08T20:21:51.073" v="3049" actId="26606"/>
          <ac:spMkLst>
            <pc:docMk/>
            <pc:sldMk cId="2555968820" sldId="271"/>
            <ac:spMk id="2" creationId="{5B6BE084-466B-1F0C-76F2-6305F57B62FA}"/>
          </ac:spMkLst>
        </pc:spChg>
        <pc:graphicFrameChg chg="add mod">
          <ac:chgData name="Nahum Ghebrehiwet" userId="abfc590084381924" providerId="LiveId" clId="{810F1BBA-1487-4FD2-B7B3-C40922840D35}" dt="2026-09-10T02:03:40.051" v="3066"/>
          <ac:graphicFrameMkLst>
            <pc:docMk/>
            <pc:sldMk cId="2555968820" sldId="271"/>
            <ac:graphicFrameMk id="4" creationId="{97E89B12-21F2-D906-E095-9004EC2BCA70}"/>
          </ac:graphicFrameMkLst>
        </pc:graphicFrameChg>
      </pc:sldChg>
      <pc:sldChg chg="addSp delSp modSp new mod modClrScheme chgLayout">
        <pc:chgData name="Nahum Ghebrehiwet" userId="abfc590084381924" providerId="LiveId" clId="{810F1BBA-1487-4FD2-B7B3-C40922840D35}" dt="2026-09-08T20:22:26.528" v="3054" actId="26606"/>
        <pc:sldMkLst>
          <pc:docMk/>
          <pc:sldMk cId="3631987512" sldId="272"/>
        </pc:sldMkLst>
        <pc:spChg chg="add del mod">
          <ac:chgData name="Nahum Ghebrehiwet" userId="abfc590084381924" providerId="LiveId" clId="{810F1BBA-1487-4FD2-B7B3-C40922840D35}" dt="2026-09-08T20:22:26.528" v="3054" actId="26606"/>
          <ac:spMkLst>
            <pc:docMk/>
            <pc:sldMk cId="3631987512" sldId="272"/>
            <ac:spMk id="2" creationId="{C0EF4715-FAF4-0E3A-D90F-643C1DA46CA6}"/>
          </ac:spMkLst>
        </pc:spChg>
        <pc:graphicFrameChg chg="add mod">
          <ac:chgData name="Nahum Ghebrehiwet" userId="abfc590084381924" providerId="LiveId" clId="{810F1BBA-1487-4FD2-B7B3-C40922840D35}" dt="2026-09-08T20:22:26.528" v="3054" actId="26606"/>
          <ac:graphicFrameMkLst>
            <pc:docMk/>
            <pc:sldMk cId="3631987512" sldId="272"/>
            <ac:graphicFrameMk id="4" creationId="{DA8DCCA8-6E32-6728-3F73-30F36DFE5C61}"/>
          </ac:graphicFrameMkLst>
        </pc:graphicFrameChg>
      </pc:sldChg>
      <pc:sldChg chg="addSp delSp modSp new mod">
        <pc:chgData name="Nahum Ghebrehiwet" userId="abfc590084381924" providerId="LiveId" clId="{810F1BBA-1487-4FD2-B7B3-C40922840D35}" dt="2026-09-10T05:43:12.026" v="3095"/>
        <pc:sldMkLst>
          <pc:docMk/>
          <pc:sldMk cId="161631453" sldId="273"/>
        </pc:sldMkLst>
        <pc:spChg chg="mod">
          <ac:chgData name="Nahum Ghebrehiwet" userId="abfc590084381924" providerId="LiveId" clId="{810F1BBA-1487-4FD2-B7B3-C40922840D35}" dt="2026-09-10T02:04:58.395" v="3089" actId="20577"/>
          <ac:spMkLst>
            <pc:docMk/>
            <pc:sldMk cId="161631453" sldId="273"/>
            <ac:spMk id="2" creationId="{916A44D0-7267-45A8-0011-074D146C43CE}"/>
          </ac:spMkLst>
        </pc:spChg>
        <pc:graphicFrameChg chg="add mod">
          <ac:chgData name="Nahum Ghebrehiwet" userId="abfc590084381924" providerId="LiveId" clId="{810F1BBA-1487-4FD2-B7B3-C40922840D35}" dt="2026-09-10T05:43:12.026" v="3095"/>
          <ac:graphicFrameMkLst>
            <pc:docMk/>
            <pc:sldMk cId="161631453" sldId="273"/>
            <ac:graphicFrameMk id="8" creationId="{E8697FAD-1D88-642C-FE6D-6C864CB56A25}"/>
          </ac:graphicFrameMkLst>
        </pc:graphicFrameChg>
      </pc:sldChg>
      <pc:sldChg chg="addSp delSp modSp new mod">
        <pc:chgData name="Nahum Ghebrehiwet" userId="abfc590084381924" providerId="LiveId" clId="{810F1BBA-1487-4FD2-B7B3-C40922840D35}" dt="2026-09-10T05:45:20.571" v="3120" actId="20577"/>
        <pc:sldMkLst>
          <pc:docMk/>
          <pc:sldMk cId="841188936" sldId="274"/>
        </pc:sldMkLst>
        <pc:spChg chg="mod">
          <ac:chgData name="Nahum Ghebrehiwet" userId="abfc590084381924" providerId="LiveId" clId="{810F1BBA-1487-4FD2-B7B3-C40922840D35}" dt="2026-09-10T05:45:20.571" v="3120" actId="20577"/>
          <ac:spMkLst>
            <pc:docMk/>
            <pc:sldMk cId="841188936" sldId="274"/>
            <ac:spMk id="2" creationId="{EEC87D7C-81B1-56DC-DA7F-6E1203FA0572}"/>
          </ac:spMkLst>
        </pc:spChg>
        <pc:graphicFrameChg chg="add mod">
          <ac:chgData name="Nahum Ghebrehiwet" userId="abfc590084381924" providerId="LiveId" clId="{810F1BBA-1487-4FD2-B7B3-C40922840D35}" dt="2026-09-10T05:45:05.238" v="3097"/>
          <ac:graphicFrameMkLst>
            <pc:docMk/>
            <pc:sldMk cId="841188936" sldId="274"/>
            <ac:graphicFrameMk id="4" creationId="{91F6BCAD-1AD3-63F4-44AF-1AF279E333ED}"/>
          </ac:graphicFrameMkLst>
        </pc:graphicFrameChg>
      </pc:sldChg>
      <pc:sldChg chg="addSp delSp modSp new mod">
        <pc:chgData name="Nahum Ghebrehiwet" userId="abfc590084381924" providerId="LiveId" clId="{810F1BBA-1487-4FD2-B7B3-C40922840D35}" dt="2026-09-10T05:48:52.610" v="3140" actId="2711"/>
        <pc:sldMkLst>
          <pc:docMk/>
          <pc:sldMk cId="2734902518" sldId="275"/>
        </pc:sldMkLst>
        <pc:spChg chg="mod">
          <ac:chgData name="Nahum Ghebrehiwet" userId="abfc590084381924" providerId="LiveId" clId="{810F1BBA-1487-4FD2-B7B3-C40922840D35}" dt="2026-09-10T05:48:10.868" v="3137" actId="20577"/>
          <ac:spMkLst>
            <pc:docMk/>
            <pc:sldMk cId="2734902518" sldId="275"/>
            <ac:spMk id="2" creationId="{971F1FA0-26DB-2BBB-C7F8-5EBF7322B449}"/>
          </ac:spMkLst>
        </pc:spChg>
        <pc:graphicFrameChg chg="add mod">
          <ac:chgData name="Nahum Ghebrehiwet" userId="abfc590084381924" providerId="LiveId" clId="{810F1BBA-1487-4FD2-B7B3-C40922840D35}" dt="2026-09-10T05:48:52.610" v="3140" actId="2711"/>
          <ac:graphicFrameMkLst>
            <pc:docMk/>
            <pc:sldMk cId="2734902518" sldId="275"/>
            <ac:graphicFrameMk id="4" creationId="{E43CBEF4-E895-DCD4-5755-486F85D5E802}"/>
          </ac:graphicFrameMkLst>
        </pc:graphicFrameChg>
      </pc:sldChg>
      <pc:sldChg chg="addSp delSp modSp new mod">
        <pc:chgData name="Nahum Ghebrehiwet" userId="abfc590084381924" providerId="LiveId" clId="{810F1BBA-1487-4FD2-B7B3-C40922840D35}" dt="2026-09-11T06:23:03.123" v="4471" actId="478"/>
        <pc:sldMkLst>
          <pc:docMk/>
          <pc:sldMk cId="1694882737" sldId="276"/>
        </pc:sldMkLst>
        <pc:spChg chg="mod">
          <ac:chgData name="Nahum Ghebrehiwet" userId="abfc590084381924" providerId="LiveId" clId="{810F1BBA-1487-4FD2-B7B3-C40922840D35}" dt="2026-09-10T06:00:15.209" v="3162" actId="14100"/>
          <ac:spMkLst>
            <pc:docMk/>
            <pc:sldMk cId="1694882737" sldId="276"/>
            <ac:spMk id="2" creationId="{4CDB1C7C-0D8F-E469-87E8-D8C25FE1EB36}"/>
          </ac:spMkLst>
        </pc:spChg>
        <pc:graphicFrameChg chg="add mod">
          <ac:chgData name="Nahum Ghebrehiwet" userId="abfc590084381924" providerId="LiveId" clId="{810F1BBA-1487-4FD2-B7B3-C40922840D35}" dt="2026-09-11T06:22:55.870" v="4467"/>
          <ac:graphicFrameMkLst>
            <pc:docMk/>
            <pc:sldMk cId="1694882737" sldId="276"/>
            <ac:graphicFrameMk id="4" creationId="{296107FD-8E0C-AFF8-7B41-342FDA75BCE1}"/>
          </ac:graphicFrameMkLst>
        </pc:graphicFrameChg>
      </pc:sldChg>
      <pc:sldChg chg="addSp delSp modSp new mod modClrScheme chgLayout">
        <pc:chgData name="Nahum Ghebrehiwet" userId="abfc590084381924" providerId="LiveId" clId="{810F1BBA-1487-4FD2-B7B3-C40922840D35}" dt="2026-09-11T05:19:43.053" v="4182" actId="14100"/>
        <pc:sldMkLst>
          <pc:docMk/>
          <pc:sldMk cId="1260212434" sldId="277"/>
        </pc:sldMkLst>
        <pc:spChg chg="add mod">
          <ac:chgData name="Nahum Ghebrehiwet" userId="abfc590084381924" providerId="LiveId" clId="{810F1BBA-1487-4FD2-B7B3-C40922840D35}" dt="2026-09-10T06:03:09.707" v="3244" actId="26606"/>
          <ac:spMkLst>
            <pc:docMk/>
            <pc:sldMk cId="1260212434" sldId="277"/>
            <ac:spMk id="8" creationId="{1FB622B7-BD0F-983D-A18E-92DF9C73EDB4}"/>
          </ac:spMkLst>
        </pc:spChg>
        <pc:spChg chg="add mod">
          <ac:chgData name="Nahum Ghebrehiwet" userId="abfc590084381924" providerId="LiveId" clId="{810F1BBA-1487-4FD2-B7B3-C40922840D35}" dt="2026-09-11T02:17:07.526" v="4064" actId="1076"/>
          <ac:spMkLst>
            <pc:docMk/>
            <pc:sldMk cId="1260212434" sldId="277"/>
            <ac:spMk id="12" creationId="{DA3082A2-C9EF-8753-54AA-F31B63209C65}"/>
          </ac:spMkLst>
        </pc:spChg>
        <pc:graphicFrameChg chg="add mod">
          <ac:chgData name="Nahum Ghebrehiwet" userId="abfc590084381924" providerId="LiveId" clId="{810F1BBA-1487-4FD2-B7B3-C40922840D35}" dt="2026-09-11T02:17:11.295" v="4065" actId="1076"/>
          <ac:graphicFrameMkLst>
            <pc:docMk/>
            <pc:sldMk cId="1260212434" sldId="277"/>
            <ac:graphicFrameMk id="11" creationId="{37C5F1EF-E23B-719E-2A1D-77A7CB0689A4}"/>
          </ac:graphicFrameMkLst>
        </pc:graphicFrameChg>
        <pc:graphicFrameChg chg="add mod">
          <ac:chgData name="Nahum Ghebrehiwet" userId="abfc590084381924" providerId="LiveId" clId="{810F1BBA-1487-4FD2-B7B3-C40922840D35}" dt="2026-09-11T02:16:52.500" v="4063" actId="1076"/>
          <ac:graphicFrameMkLst>
            <pc:docMk/>
            <pc:sldMk cId="1260212434" sldId="277"/>
            <ac:graphicFrameMk id="13" creationId="{A4288C3A-EA03-E12C-2156-B3E2CAC32E56}"/>
          </ac:graphicFrameMkLst>
        </pc:graphicFrameChg>
        <pc:picChg chg="add mod">
          <ac:chgData name="Nahum Ghebrehiwet" userId="abfc590084381924" providerId="LiveId" clId="{810F1BBA-1487-4FD2-B7B3-C40922840D35}" dt="2026-09-11T05:19:43.053" v="4182" actId="14100"/>
          <ac:picMkLst>
            <pc:docMk/>
            <pc:sldMk cId="1260212434" sldId="277"/>
            <ac:picMk id="16" creationId="{808973D1-9F32-2BFB-2BEA-440B7B50F09D}"/>
          </ac:picMkLst>
        </pc:picChg>
      </pc:sldChg>
      <pc:sldChg chg="modSp new mod">
        <pc:chgData name="Nahum Ghebrehiwet" userId="abfc590084381924" providerId="LiveId" clId="{810F1BBA-1487-4FD2-B7B3-C40922840D35}" dt="2026-09-11T01:58:47.130" v="3895" actId="20577"/>
        <pc:sldMkLst>
          <pc:docMk/>
          <pc:sldMk cId="2758765816" sldId="278"/>
        </pc:sldMkLst>
        <pc:spChg chg="mod">
          <ac:chgData name="Nahum Ghebrehiwet" userId="abfc590084381924" providerId="LiveId" clId="{810F1BBA-1487-4FD2-B7B3-C40922840D35}" dt="2026-09-11T01:47:50.935" v="3505" actId="20577"/>
          <ac:spMkLst>
            <pc:docMk/>
            <pc:sldMk cId="2758765816" sldId="278"/>
            <ac:spMk id="2" creationId="{FD7C7CD9-FFEA-AC61-666C-C4C8820C8DC2}"/>
          </ac:spMkLst>
        </pc:spChg>
        <pc:spChg chg="mod">
          <ac:chgData name="Nahum Ghebrehiwet" userId="abfc590084381924" providerId="LiveId" clId="{810F1BBA-1487-4FD2-B7B3-C40922840D35}" dt="2026-09-11T01:58:47.130" v="3895" actId="20577"/>
          <ac:spMkLst>
            <pc:docMk/>
            <pc:sldMk cId="2758765816" sldId="278"/>
            <ac:spMk id="3" creationId="{3D40211A-8454-55BD-4AAB-6E01FF96A68A}"/>
          </ac:spMkLst>
        </pc:spChg>
      </pc:sldChg>
      <pc:sldChg chg="addSp delSp modSp new mod">
        <pc:chgData name="Nahum Ghebrehiwet" userId="abfc590084381924" providerId="LiveId" clId="{810F1BBA-1487-4FD2-B7B3-C40922840D35}" dt="2026-09-11T02:30:02.047" v="4088" actId="27918"/>
        <pc:sldMkLst>
          <pc:docMk/>
          <pc:sldMk cId="162867293" sldId="279"/>
        </pc:sldMkLst>
        <pc:spChg chg="mod">
          <ac:chgData name="Nahum Ghebrehiwet" userId="abfc590084381924" providerId="LiveId" clId="{810F1BBA-1487-4FD2-B7B3-C40922840D35}" dt="2026-09-11T01:45:17.053" v="3499" actId="20577"/>
          <ac:spMkLst>
            <pc:docMk/>
            <pc:sldMk cId="162867293" sldId="279"/>
            <ac:spMk id="2" creationId="{4C226426-0E83-1C96-4FC1-4748CCBFEEB7}"/>
          </ac:spMkLst>
        </pc:spChg>
        <pc:spChg chg="add mod">
          <ac:chgData name="Nahum Ghebrehiwet" userId="abfc590084381924" providerId="LiveId" clId="{810F1BBA-1487-4FD2-B7B3-C40922840D35}" dt="2026-09-11T02:00:31.838" v="4057" actId="20577"/>
          <ac:spMkLst>
            <pc:docMk/>
            <pc:sldMk cId="162867293" sldId="279"/>
            <ac:spMk id="8" creationId="{9419951F-6CAF-06D1-FA09-0E0DC754149C}"/>
          </ac:spMkLst>
        </pc:spChg>
        <pc:graphicFrameChg chg="add mod">
          <ac:chgData name="Nahum Ghebrehiwet" userId="abfc590084381924" providerId="LiveId" clId="{810F1BBA-1487-4FD2-B7B3-C40922840D35}" dt="2026-09-11T01:43:50.169" v="3488" actId="1076"/>
          <ac:graphicFrameMkLst>
            <pc:docMk/>
            <pc:sldMk cId="162867293" sldId="279"/>
            <ac:graphicFrameMk id="7" creationId="{79585AB6-7D11-519B-FA93-28FD5A9BEDF7}"/>
          </ac:graphicFrameMkLst>
        </pc:graphicFrameChg>
      </pc:sldChg>
      <pc:sldChg chg="modSp new mod">
        <pc:chgData name="Nahum Ghebrehiwet" userId="abfc590084381924" providerId="LiveId" clId="{810F1BBA-1487-4FD2-B7B3-C40922840D35}" dt="2026-09-11T06:12:56.355" v="4447" actId="20577"/>
        <pc:sldMkLst>
          <pc:docMk/>
          <pc:sldMk cId="1806088571" sldId="280"/>
        </pc:sldMkLst>
        <pc:spChg chg="mod">
          <ac:chgData name="Nahum Ghebrehiwet" userId="abfc590084381924" providerId="LiveId" clId="{810F1BBA-1487-4FD2-B7B3-C40922840D35}" dt="2026-09-11T01:59:20.945" v="3906" actId="20577"/>
          <ac:spMkLst>
            <pc:docMk/>
            <pc:sldMk cId="1806088571" sldId="280"/>
            <ac:spMk id="2" creationId="{6756E724-6310-1A5B-A444-C3109188CA09}"/>
          </ac:spMkLst>
        </pc:spChg>
        <pc:spChg chg="mod">
          <ac:chgData name="Nahum Ghebrehiwet" userId="abfc590084381924" providerId="LiveId" clId="{810F1BBA-1487-4FD2-B7B3-C40922840D35}" dt="2026-09-11T06:12:56.355" v="4447" actId="20577"/>
          <ac:spMkLst>
            <pc:docMk/>
            <pc:sldMk cId="1806088571" sldId="280"/>
            <ac:spMk id="3" creationId="{EB648CE8-48AC-9863-6316-228A1AE92BC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bfc590084381924/Documents/insurance_policy_dataWORK.csv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Distribution!PivotTable2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n-US" b="1">
                <a:latin typeface="+mj-lt"/>
              </a:rPr>
              <a:t>Applicant By 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 Distribution'!$B$4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2239E"/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994F-4989-B4DB-FC578934CA78}"/>
              </c:ext>
            </c:extLst>
          </c:dPt>
          <c:dPt>
            <c:idx val="1"/>
            <c:invertIfNegative val="0"/>
            <c:bubble3D val="0"/>
            <c:spPr>
              <a:solidFill>
                <a:srgbClr val="E1C233"/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4F-4989-B4DB-FC578934CA78}"/>
              </c:ext>
            </c:extLst>
          </c:dPt>
          <c:dPt>
            <c:idx val="2"/>
            <c:invertIfNegative val="0"/>
            <c:bubble3D val="0"/>
            <c:spPr>
              <a:solidFill>
                <a:srgbClr val="9071CE"/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994F-4989-B4DB-FC578934CA78}"/>
              </c:ext>
            </c:extLst>
          </c:dPt>
          <c:dPt>
            <c:idx val="3"/>
            <c:invertIfNegative val="0"/>
            <c:bubble3D val="0"/>
            <c:spPr>
              <a:solidFill>
                <a:srgbClr val="DE6A73"/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94F-4989-B4DB-FC578934CA78}"/>
              </c:ext>
            </c:extLst>
          </c:dPt>
          <c:dPt>
            <c:idx val="4"/>
            <c:invertIfNegative val="0"/>
            <c:bubble3D val="0"/>
            <c:spPr>
              <a:solidFill>
                <a:srgbClr val="E669B9"/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994F-4989-B4DB-FC578934CA78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94F-4989-B4DB-FC578934CA7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 Distribution'!$A$5:$A$11</c:f>
              <c:strCache>
                <c:ptCount val="6"/>
                <c:pt idx="0">
                  <c:v>18-27</c:v>
                </c:pt>
                <c:pt idx="1">
                  <c:v>28-37</c:v>
                </c:pt>
                <c:pt idx="2">
                  <c:v>38-47</c:v>
                </c:pt>
                <c:pt idx="3">
                  <c:v>48-57</c:v>
                </c:pt>
                <c:pt idx="4">
                  <c:v>58-67</c:v>
                </c:pt>
                <c:pt idx="5">
                  <c:v>68-77</c:v>
                </c:pt>
              </c:strCache>
            </c:strRef>
          </c:cat>
          <c:val>
            <c:numRef>
              <c:f>'Data Distribution'!$B$5:$B$11</c:f>
              <c:numCache>
                <c:formatCode>General</c:formatCode>
                <c:ptCount val="6"/>
                <c:pt idx="0">
                  <c:v>57</c:v>
                </c:pt>
                <c:pt idx="1">
                  <c:v>44</c:v>
                </c:pt>
                <c:pt idx="2">
                  <c:v>54</c:v>
                </c:pt>
                <c:pt idx="3">
                  <c:v>51</c:v>
                </c:pt>
                <c:pt idx="4">
                  <c:v>60</c:v>
                </c:pt>
                <c:pt idx="5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77-47B6-A5D8-8147D8E3E7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1992127"/>
        <c:axId val="1856735951"/>
      </c:barChart>
      <c:catAx>
        <c:axId val="2011992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6735951"/>
        <c:crosses val="autoZero"/>
        <c:auto val="1"/>
        <c:lblAlgn val="ctr"/>
        <c:lblOffset val="100"/>
        <c:noMultiLvlLbl val="0"/>
      </c:catAx>
      <c:valAx>
        <c:axId val="1856735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992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n-US" b="1">
                <a:latin typeface="+mj-lt"/>
              </a:rPr>
              <a:t>FICO Credit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FF00"/>
          </a:solidFill>
          <a:ln>
            <a:solidFill>
              <a:srgbClr val="BCC511"/>
            </a:solidFill>
          </a:ln>
          <a:effectLst/>
          <a:sp3d>
            <a:contourClr>
              <a:srgbClr val="BCC511"/>
            </a:contourClr>
          </a:sp3d>
        </c:spPr>
        <c:dLbl>
          <c:idx val="0"/>
          <c:layout>
            <c:manualLayout>
              <c:x val="0"/>
              <c:y val="-2.81924967612026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>
            <a:solidFill>
              <a:srgbClr val="C00000"/>
            </a:solidFill>
          </a:ln>
          <a:effectLst/>
          <a:sp3d>
            <a:contourClr>
              <a:srgbClr val="C00000"/>
            </a:contourClr>
          </a:sp3d>
        </c:spPr>
        <c:dLbl>
          <c:idx val="0"/>
          <c:layout>
            <c:manualLayout>
              <c:x val="-2.5362980983957372E-17"/>
              <c:y val="-2.82014726430082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  <a:sp3d>
            <a:contourClr>
              <a:schemeClr val="accent2">
                <a:lumMod val="75000"/>
              </a:schemeClr>
            </a:contourClr>
          </a:sp3d>
        </c:spPr>
        <c:dLbl>
          <c:idx val="0"/>
          <c:layout>
            <c:manualLayout>
              <c:x val="0"/>
              <c:y val="-4.72004224648370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BDFC20"/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  <c:dLbl>
          <c:idx val="0"/>
          <c:layout>
            <c:manualLayout>
              <c:x val="0"/>
              <c:y val="-2.34165796504791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  <c:dLbl>
          <c:idx val="0"/>
          <c:layout>
            <c:manualLayout>
              <c:x val="0"/>
              <c:y val="-3.78909370521408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F0000"/>
          </a:solidFill>
          <a:ln>
            <a:solidFill>
              <a:srgbClr val="C00000"/>
            </a:solidFill>
          </a:ln>
          <a:effectLst/>
          <a:sp3d>
            <a:contourClr>
              <a:srgbClr val="C00000"/>
            </a:contourClr>
          </a:sp3d>
        </c:spPr>
        <c:dLbl>
          <c:idx val="0"/>
          <c:layout>
            <c:manualLayout>
              <c:x val="-2.5362980983957372E-17"/>
              <c:y val="-2.82014726430082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  <a:sp3d>
            <a:contourClr>
              <a:schemeClr val="accent2">
                <a:lumMod val="75000"/>
              </a:schemeClr>
            </a:contourClr>
          </a:sp3d>
        </c:spPr>
        <c:dLbl>
          <c:idx val="0"/>
          <c:layout>
            <c:manualLayout>
              <c:x val="0"/>
              <c:y val="-4.72004224648370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FFF00"/>
          </a:solidFill>
          <a:ln>
            <a:solidFill>
              <a:srgbClr val="BCC511"/>
            </a:solidFill>
          </a:ln>
          <a:effectLst/>
          <a:sp3d>
            <a:contourClr>
              <a:srgbClr val="BCC511"/>
            </a:contourClr>
          </a:sp3d>
        </c:spPr>
        <c:dLbl>
          <c:idx val="0"/>
          <c:layout>
            <c:manualLayout>
              <c:x val="0"/>
              <c:y val="-2.81924967612026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BDFC20"/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  <c:dLbl>
          <c:idx val="0"/>
          <c:layout>
            <c:manualLayout>
              <c:x val="0"/>
              <c:y val="-2.34165796504791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  <c:dLbl>
          <c:idx val="0"/>
          <c:layout>
            <c:manualLayout>
              <c:x val="0"/>
              <c:y val="-3.78909370521408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FF0000"/>
          </a:solidFill>
          <a:ln>
            <a:solidFill>
              <a:srgbClr val="C00000"/>
            </a:solidFill>
          </a:ln>
          <a:effectLst/>
          <a:sp3d>
            <a:contourClr>
              <a:srgbClr val="C00000"/>
            </a:contourClr>
          </a:sp3d>
        </c:spPr>
        <c:dLbl>
          <c:idx val="0"/>
          <c:layout>
            <c:manualLayout>
              <c:x val="-2.5362980983957372E-17"/>
              <c:y val="-2.82014726430082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  <a:sp3d>
            <a:contourClr>
              <a:schemeClr val="accent2">
                <a:lumMod val="75000"/>
              </a:schemeClr>
            </a:contourClr>
          </a:sp3d>
        </c:spPr>
        <c:dLbl>
          <c:idx val="0"/>
          <c:layout>
            <c:manualLayout>
              <c:x val="0"/>
              <c:y val="-4.72004224648370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FFF00"/>
          </a:solidFill>
          <a:ln>
            <a:solidFill>
              <a:srgbClr val="BCC511"/>
            </a:solidFill>
          </a:ln>
          <a:effectLst/>
          <a:sp3d>
            <a:contourClr>
              <a:srgbClr val="BCC511"/>
            </a:contourClr>
          </a:sp3d>
        </c:spPr>
        <c:dLbl>
          <c:idx val="0"/>
          <c:layout>
            <c:manualLayout>
              <c:x val="0"/>
              <c:y val="-2.819249676120264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BDFC20"/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  <c:dLbl>
          <c:idx val="0"/>
          <c:layout>
            <c:manualLayout>
              <c:x val="0"/>
              <c:y val="-2.341657965047916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  <a:sp3d>
            <a:contourClr>
              <a:schemeClr val="accent3">
                <a:lumMod val="75000"/>
              </a:schemeClr>
            </a:contourClr>
          </a:sp3d>
        </c:spPr>
        <c:dLbl>
          <c:idx val="0"/>
          <c:layout>
            <c:manualLayout>
              <c:x val="0"/>
              <c:y val="-3.789093705214089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'Data Distribution'!$K$9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/>
            <a:sp3d>
              <a:contourClr>
                <a:schemeClr val="accent3">
                  <a:lumMod val="75000"/>
                </a:schemeClr>
              </a:contourClr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solidFill>
                  <a:srgbClr val="C00000"/>
                </a:solidFill>
              </a:ln>
              <a:effectLst/>
              <a:sp3d>
                <a:contourClr>
                  <a:srgbClr val="C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E7D-4C25-B174-D72CEC5EBE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  <a:effectLst/>
              <a:sp3d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E7D-4C25-B174-D72CEC5EBE4E}"/>
              </c:ext>
            </c:extLst>
          </c:dPt>
          <c:dPt>
            <c:idx val="2"/>
            <c:invertIfNegative val="0"/>
            <c:bubble3D val="0"/>
            <c:spPr>
              <a:solidFill>
                <a:srgbClr val="FFFF00"/>
              </a:solidFill>
              <a:ln>
                <a:solidFill>
                  <a:srgbClr val="BCC511"/>
                </a:solidFill>
              </a:ln>
              <a:effectLst/>
              <a:sp3d>
                <a:contourClr>
                  <a:srgbClr val="BCC51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E7D-4C25-B174-D72CEC5EBE4E}"/>
              </c:ext>
            </c:extLst>
          </c:dPt>
          <c:dPt>
            <c:idx val="3"/>
            <c:invertIfNegative val="0"/>
            <c:bubble3D val="0"/>
            <c:spPr>
              <a:solidFill>
                <a:srgbClr val="BDFC20"/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  <a:sp3d>
                <a:contourClr>
                  <a:schemeClr val="accent3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AE7D-4C25-B174-D72CEC5EBE4E}"/>
              </c:ext>
            </c:extLst>
          </c:dPt>
          <c:dLbls>
            <c:dLbl>
              <c:idx val="0"/>
              <c:layout>
                <c:manualLayout>
                  <c:x val="-2.5362980983957372E-17"/>
                  <c:y val="-2.82014726430082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7D-4C25-B174-D72CEC5EBE4E}"/>
                </c:ext>
              </c:extLst>
            </c:dLbl>
            <c:dLbl>
              <c:idx val="1"/>
              <c:layout>
                <c:manualLayout>
                  <c:x val="0"/>
                  <c:y val="-4.72004224648370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7D-4C25-B174-D72CEC5EBE4E}"/>
                </c:ext>
              </c:extLst>
            </c:dLbl>
            <c:dLbl>
              <c:idx val="2"/>
              <c:layout>
                <c:manualLayout>
                  <c:x val="0"/>
                  <c:y val="-2.81924967612026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7D-4C25-B174-D72CEC5EBE4E}"/>
                </c:ext>
              </c:extLst>
            </c:dLbl>
            <c:dLbl>
              <c:idx val="3"/>
              <c:layout>
                <c:manualLayout>
                  <c:x val="1.0238362377968496E-2"/>
                  <c:y val="-5.98730030593779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7D-4C25-B174-D72CEC5EBE4E}"/>
                </c:ext>
              </c:extLst>
            </c:dLbl>
            <c:dLbl>
              <c:idx val="4"/>
              <c:layout>
                <c:manualLayout>
                  <c:x val="0"/>
                  <c:y val="-3.78909370521408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7D-4C25-B174-D72CEC5EBE4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 Distribution'!$J$10:$J$15</c:f>
              <c:strCache>
                <c:ptCount val="5"/>
                <c:pt idx="0">
                  <c:v>300-409</c:v>
                </c:pt>
                <c:pt idx="1">
                  <c:v>410-519</c:v>
                </c:pt>
                <c:pt idx="2">
                  <c:v>520-629</c:v>
                </c:pt>
                <c:pt idx="3">
                  <c:v>630-739</c:v>
                </c:pt>
                <c:pt idx="4">
                  <c:v>740-850</c:v>
                </c:pt>
              </c:strCache>
            </c:strRef>
          </c:cat>
          <c:val>
            <c:numRef>
              <c:f>'Data Distribution'!$K$10:$K$15</c:f>
              <c:numCache>
                <c:formatCode>General</c:formatCode>
                <c:ptCount val="5"/>
                <c:pt idx="0">
                  <c:v>67</c:v>
                </c:pt>
                <c:pt idx="1">
                  <c:v>67</c:v>
                </c:pt>
                <c:pt idx="2">
                  <c:v>68</c:v>
                </c:pt>
                <c:pt idx="3">
                  <c:v>71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E7D-4C25-B174-D72CEC5EBE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31402543"/>
        <c:axId val="1856694191"/>
        <c:axId val="0"/>
      </c:bar3DChart>
      <c:catAx>
        <c:axId val="2031402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6694191"/>
        <c:crosses val="autoZero"/>
        <c:auto val="1"/>
        <c:lblAlgn val="ctr"/>
        <c:lblOffset val="100"/>
        <c:noMultiLvlLbl val="0"/>
      </c:catAx>
      <c:valAx>
        <c:axId val="1856694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1402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Distribution!PivotTable13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Vehicle</a:t>
            </a:r>
            <a:r>
              <a:rPr lang="en-US" b="1" baseline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Year</a:t>
            </a:r>
            <a:endParaRPr lang="en-US" b="1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 Distribution'!$E$4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  <a:effectLst/>
          </c:spPr>
          <c:invertIfNegative val="0"/>
          <c:cat>
            <c:strRef>
              <c:f>'Data Distribution'!$D$5:$D$10</c:f>
              <c:strCache>
                <c:ptCount val="5"/>
                <c:pt idx="0">
                  <c:v>2000-2004</c:v>
                </c:pt>
                <c:pt idx="1">
                  <c:v>2005-2009</c:v>
                </c:pt>
                <c:pt idx="2">
                  <c:v>2010-2014</c:v>
                </c:pt>
                <c:pt idx="3">
                  <c:v>2015-2019</c:v>
                </c:pt>
                <c:pt idx="4">
                  <c:v>2020-2024</c:v>
                </c:pt>
              </c:strCache>
            </c:strRef>
          </c:cat>
          <c:val>
            <c:numRef>
              <c:f>'Data Distribution'!$E$5:$E$10</c:f>
              <c:numCache>
                <c:formatCode>General</c:formatCode>
                <c:ptCount val="5"/>
                <c:pt idx="0">
                  <c:v>59</c:v>
                </c:pt>
                <c:pt idx="1">
                  <c:v>49</c:v>
                </c:pt>
                <c:pt idx="2">
                  <c:v>67</c:v>
                </c:pt>
                <c:pt idx="3">
                  <c:v>72</c:v>
                </c:pt>
                <c:pt idx="4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38-4EF0-9871-6FE9F9DF67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9087071"/>
        <c:axId val="1856700431"/>
      </c:barChart>
      <c:catAx>
        <c:axId val="259087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1856700431"/>
        <c:crosses val="autoZero"/>
        <c:auto val="1"/>
        <c:lblAlgn val="ctr"/>
        <c:lblOffset val="100"/>
        <c:noMultiLvlLbl val="0"/>
      </c:catAx>
      <c:valAx>
        <c:axId val="1856700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9087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Distribution!PivotTable14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+mj-lt"/>
              </a:rPr>
              <a:t>Vehicle Make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 Distribution'!$E$12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  <a:effectLst/>
          </c:spPr>
          <c:invertIfNegative val="0"/>
          <c:cat>
            <c:strRef>
              <c:f>'Data Distribution'!$D$13:$D$20</c:f>
              <c:strCache>
                <c:ptCount val="7"/>
                <c:pt idx="0">
                  <c:v>BMW</c:v>
                </c:pt>
                <c:pt idx="1">
                  <c:v>Chevrolet</c:v>
                </c:pt>
                <c:pt idx="2">
                  <c:v>Ford</c:v>
                </c:pt>
                <c:pt idx="3">
                  <c:v>Honda</c:v>
                </c:pt>
                <c:pt idx="4">
                  <c:v>Jeep</c:v>
                </c:pt>
                <c:pt idx="5">
                  <c:v>Nissan</c:v>
                </c:pt>
                <c:pt idx="6">
                  <c:v>Toyota</c:v>
                </c:pt>
              </c:strCache>
            </c:strRef>
          </c:cat>
          <c:val>
            <c:numRef>
              <c:f>'Data Distribution'!$E$13:$E$20</c:f>
              <c:numCache>
                <c:formatCode>General</c:formatCode>
                <c:ptCount val="7"/>
                <c:pt idx="0">
                  <c:v>26</c:v>
                </c:pt>
                <c:pt idx="1">
                  <c:v>29</c:v>
                </c:pt>
                <c:pt idx="2">
                  <c:v>74</c:v>
                </c:pt>
                <c:pt idx="3">
                  <c:v>74</c:v>
                </c:pt>
                <c:pt idx="4">
                  <c:v>28</c:v>
                </c:pt>
                <c:pt idx="5">
                  <c:v>34</c:v>
                </c:pt>
                <c:pt idx="6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3E-4173-82E6-DB1D9AAEAC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196991"/>
        <c:axId val="262778607"/>
      </c:barChart>
      <c:catAx>
        <c:axId val="181196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62778607"/>
        <c:crosses val="autoZero"/>
        <c:auto val="1"/>
        <c:lblAlgn val="ctr"/>
        <c:lblOffset val="100"/>
        <c:noMultiLvlLbl val="0"/>
      </c:catAx>
      <c:valAx>
        <c:axId val="262778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196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Distribution!PivotTable15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+mj-lt"/>
              </a:rPr>
              <a:t>Annual Mileage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 Distribution'!$E$22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/>
          </c:spPr>
          <c:invertIfNegative val="0"/>
          <c:cat>
            <c:strRef>
              <c:f>'Data Distribution'!$D$23:$D$30</c:f>
              <c:strCache>
                <c:ptCount val="7"/>
                <c:pt idx="0">
                  <c:v>3240-6739</c:v>
                </c:pt>
                <c:pt idx="1">
                  <c:v>6740-10239</c:v>
                </c:pt>
                <c:pt idx="2">
                  <c:v>10240-13739</c:v>
                </c:pt>
                <c:pt idx="3">
                  <c:v>13740-17239</c:v>
                </c:pt>
                <c:pt idx="4">
                  <c:v>17240-20739</c:v>
                </c:pt>
                <c:pt idx="5">
                  <c:v>20740-24239</c:v>
                </c:pt>
                <c:pt idx="6">
                  <c:v>24240-27739</c:v>
                </c:pt>
              </c:strCache>
            </c:strRef>
          </c:cat>
          <c:val>
            <c:numRef>
              <c:f>'Data Distribution'!$E$23:$E$30</c:f>
              <c:numCache>
                <c:formatCode>General</c:formatCode>
                <c:ptCount val="7"/>
                <c:pt idx="0">
                  <c:v>45</c:v>
                </c:pt>
                <c:pt idx="1">
                  <c:v>51</c:v>
                </c:pt>
                <c:pt idx="2">
                  <c:v>46</c:v>
                </c:pt>
                <c:pt idx="3">
                  <c:v>54</c:v>
                </c:pt>
                <c:pt idx="4">
                  <c:v>57</c:v>
                </c:pt>
                <c:pt idx="5">
                  <c:v>52</c:v>
                </c:pt>
                <c:pt idx="6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58-47AC-97E9-6ED1BEB4E9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1258703"/>
        <c:axId val="262922607"/>
      </c:barChart>
      <c:catAx>
        <c:axId val="1812587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262922607"/>
        <c:crosses val="autoZero"/>
        <c:auto val="1"/>
        <c:lblAlgn val="ctr"/>
        <c:lblOffset val="100"/>
        <c:noMultiLvlLbl val="0"/>
      </c:catAx>
      <c:valAx>
        <c:axId val="2629226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258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Distribution!PivotTable4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Applicant</a:t>
            </a:r>
            <a:r>
              <a:rPr lang="en-US" b="1" baseline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Martial Status</a:t>
            </a:r>
            <a:endParaRPr lang="en-US" b="1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 Distribution'!$B$13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 Distribution'!$A$14:$A$18</c:f>
              <c:strCache>
                <c:ptCount val="4"/>
                <c:pt idx="0">
                  <c:v>Divorced</c:v>
                </c:pt>
                <c:pt idx="1">
                  <c:v>Married</c:v>
                </c:pt>
                <c:pt idx="2">
                  <c:v>Single</c:v>
                </c:pt>
                <c:pt idx="3">
                  <c:v>Widowed</c:v>
                </c:pt>
              </c:strCache>
            </c:strRef>
          </c:cat>
          <c:val>
            <c:numRef>
              <c:f>'Data Distribution'!$B$14:$B$18</c:f>
              <c:numCache>
                <c:formatCode>General</c:formatCode>
                <c:ptCount val="4"/>
                <c:pt idx="0">
                  <c:v>75</c:v>
                </c:pt>
                <c:pt idx="1">
                  <c:v>73</c:v>
                </c:pt>
                <c:pt idx="2">
                  <c:v>82</c:v>
                </c:pt>
                <c:pt idx="3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E3-47C9-A811-4DC18BCB3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55932271"/>
        <c:axId val="1650300271"/>
      </c:barChart>
      <c:catAx>
        <c:axId val="20559322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0300271"/>
        <c:crosses val="autoZero"/>
        <c:auto val="1"/>
        <c:lblAlgn val="ctr"/>
        <c:lblOffset val="100"/>
        <c:noMultiLvlLbl val="0"/>
      </c:catAx>
      <c:valAx>
        <c:axId val="16503002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59322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Distribution!PivotTable10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Applicants</a:t>
            </a:r>
            <a:r>
              <a:rPr lang="en-US" baseline="0"/>
              <a:t> by gender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9842079908138316E-2"/>
              <c:y val="-5.655531380591655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8.6604179086091637E-2"/>
              <c:y val="-5.184237098875684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9842079908138316E-2"/>
              <c:y val="-5.655531380591655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8.6604179086091637E-2"/>
              <c:y val="-5.184237098875684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6.9842079908138316E-2"/>
              <c:y val="-5.655531380591655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dLbl>
          <c:idx val="0"/>
          <c:layout>
            <c:manualLayout>
              <c:x val="-8.6604179086091637E-2"/>
              <c:y val="-5.184237098875684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'Data Distribution'!$B$20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0A6-49FD-8F06-06B03345C0FC}"/>
              </c:ext>
            </c:extLst>
          </c:dPt>
          <c:dPt>
            <c:idx val="1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0A6-49FD-8F06-06B03345C0FC}"/>
              </c:ext>
            </c:extLst>
          </c:dPt>
          <c:dLbls>
            <c:dLbl>
              <c:idx val="0"/>
              <c:layout>
                <c:manualLayout>
                  <c:x val="9.9409983312835723E-2"/>
                  <c:y val="-0.1034348948924840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A6-49FD-8F06-06B03345C0FC}"/>
                </c:ext>
              </c:extLst>
            </c:dLbl>
            <c:dLbl>
              <c:idx val="1"/>
              <c:layout>
                <c:manualLayout>
                  <c:x val="-8.6604179086091637E-2"/>
                  <c:y val="-5.1842370988756846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A6-49FD-8F06-06B03345C0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 Distribution'!$A$21:$A$23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'Data Distribution'!$B$21:$B$23</c:f>
              <c:numCache>
                <c:formatCode>General</c:formatCode>
                <c:ptCount val="2"/>
                <c:pt idx="0">
                  <c:v>175</c:v>
                </c:pt>
                <c:pt idx="1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A6-49FD-8F06-06B03345C0FC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Distribution!PivotTable17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Applicant</a:t>
            </a:r>
            <a:r>
              <a:rPr lang="en-US" b="1" baseline="0"/>
              <a:t> at Fault Past 5 Years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</c:pivotFmt>
      <c:pivotFmt>
        <c:idx val="2"/>
        <c:spPr>
          <a:solidFill>
            <a:srgbClr val="EFF2AC"/>
          </a:solidFill>
          <a:ln w="19050">
            <a:solidFill>
              <a:srgbClr val="BCC511"/>
            </a:solidFill>
          </a:ln>
          <a:effectLst/>
        </c:spPr>
      </c:pivotFmt>
      <c:pivotFmt>
        <c:idx val="3"/>
        <c:spPr>
          <a:solidFill>
            <a:schemeClr val="accent3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</c:pivotFmt>
      <c:pivotFmt>
        <c:idx val="6"/>
        <c:spPr>
          <a:solidFill>
            <a:srgbClr val="EFF2AC"/>
          </a:solidFill>
          <a:ln w="19050">
            <a:solidFill>
              <a:srgbClr val="BCC511"/>
            </a:solidFill>
          </a:ln>
          <a:effectLst/>
        </c:spPr>
      </c:pivotFmt>
      <c:pivotFmt>
        <c:idx val="7"/>
        <c:spPr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8.8616816654553704E-2"/>
              <c:y val="-6.09876602496025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EFF2AC"/>
          </a:solidFill>
          <a:ln w="19050">
            <a:solidFill>
              <a:srgbClr val="BCC511"/>
            </a:solidFill>
          </a:ln>
          <a:effectLst/>
        </c:spPr>
        <c:dLbl>
          <c:idx val="0"/>
          <c:layout>
            <c:manualLayout>
              <c:x val="-6.3693336970460604E-2"/>
              <c:y val="7.97530941725570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  <c:dLbl>
          <c:idx val="0"/>
          <c:layout>
            <c:manualLayout>
              <c:x val="-6.0924061450005743E-2"/>
              <c:y val="-8.4444452653295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3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8.8616816654553704E-2"/>
              <c:y val="-6.09876602496025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EFF2AC"/>
          </a:solidFill>
          <a:ln w="19050">
            <a:solidFill>
              <a:srgbClr val="BCC511"/>
            </a:solidFill>
          </a:ln>
          <a:effectLst/>
        </c:spPr>
        <c:dLbl>
          <c:idx val="0"/>
          <c:layout>
            <c:manualLayout>
              <c:x val="-6.3693336970460604E-2"/>
              <c:y val="7.97530941725570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  <c:dLbl>
          <c:idx val="0"/>
          <c:layout>
            <c:manualLayout>
              <c:x val="-6.0924061450005743E-2"/>
              <c:y val="-8.4444452653295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3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8.8616816654553704E-2"/>
              <c:y val="-6.098766024960251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EFF2AC"/>
          </a:solidFill>
          <a:ln w="19050">
            <a:solidFill>
              <a:srgbClr val="BCC511"/>
            </a:solidFill>
          </a:ln>
          <a:effectLst/>
        </c:spPr>
        <c:dLbl>
          <c:idx val="0"/>
          <c:layout>
            <c:manualLayout>
              <c:x val="-6.3693336970460604E-2"/>
              <c:y val="7.97530941725570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  <c:dLbl>
          <c:idx val="0"/>
          <c:layout>
            <c:manualLayout>
              <c:x val="-6.0924061450005743E-2"/>
              <c:y val="-8.44444526532956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'Data Distribution'!$H$13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CE8-4DB4-B746-53B721BE7954}"/>
              </c:ext>
            </c:extLst>
          </c:dPt>
          <c:dPt>
            <c:idx val="1"/>
            <c:bubble3D val="0"/>
            <c:spPr>
              <a:solidFill>
                <a:srgbClr val="EFF2AC"/>
              </a:solidFill>
              <a:ln w="19050">
                <a:solidFill>
                  <a:srgbClr val="BCC51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CE8-4DB4-B746-53B721BE7954}"/>
              </c:ext>
            </c:extLst>
          </c:dPt>
          <c:dPt>
            <c:idx val="2"/>
            <c:bubble3D val="0"/>
            <c:spPr>
              <a:solidFill>
                <a:srgbClr val="F9927D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CE8-4DB4-B746-53B721BE7954}"/>
              </c:ext>
            </c:extLst>
          </c:dPt>
          <c:dLbls>
            <c:dLbl>
              <c:idx val="0"/>
              <c:layout>
                <c:manualLayout>
                  <c:x val="8.8616816654553704E-2"/>
                  <c:y val="-6.0987660249602518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E8-4DB4-B746-53B721BE7954}"/>
                </c:ext>
              </c:extLst>
            </c:dLbl>
            <c:dLbl>
              <c:idx val="1"/>
              <c:layout>
                <c:manualLayout>
                  <c:x val="-6.3693336970460604E-2"/>
                  <c:y val="7.9753094172557035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E8-4DB4-B746-53B721BE7954}"/>
                </c:ext>
              </c:extLst>
            </c:dLbl>
            <c:dLbl>
              <c:idx val="2"/>
              <c:layout>
                <c:manualLayout>
                  <c:x val="-6.0924061450005743E-2"/>
                  <c:y val="-8.4444452653295685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E8-4DB4-B746-53B721BE79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 Distribution'!$G$14:$G$17</c:f>
              <c:strCach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strCache>
            </c:strRef>
          </c:cat>
          <c:val>
            <c:numRef>
              <c:f>'Data Distribution'!$H$14:$H$17</c:f>
              <c:numCache>
                <c:formatCode>General</c:formatCode>
                <c:ptCount val="3"/>
                <c:pt idx="0">
                  <c:v>142</c:v>
                </c:pt>
                <c:pt idx="1">
                  <c:v>130</c:v>
                </c:pt>
                <c:pt idx="2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E8-4DB4-B746-53B721BE7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+mj-lt"/>
              </a:rPr>
              <a:t>DUI</a:t>
            </a:r>
          </a:p>
        </c:rich>
      </c:tx>
      <c:layout>
        <c:manualLayout>
          <c:xMode val="edge"/>
          <c:yMode val="edge"/>
          <c:x val="0.40140782860570107"/>
          <c:y val="6.45646966808427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</c:pivotFmt>
      <c:pivotFmt>
        <c:idx val="2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</c:pivotFmt>
      <c:pivotFmt>
        <c:idx val="5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6.0924061450005743E-2"/>
              <c:y val="-6.567901873034112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7.7539714572734592E-2"/>
              <c:y val="-4.691358480738734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6.0924061450005743E-2"/>
              <c:y val="-6.567901873034112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7.7539714572734592E-2"/>
              <c:y val="-4.691358480738734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6.0924061450005743E-2"/>
              <c:y val="-6.567901873034112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7.7539714572734592E-2"/>
              <c:y val="-4.691358480738734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'Data Distribution'!$K$4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EF5-4072-9048-0C44E48F2402}"/>
              </c:ext>
            </c:extLst>
          </c:dPt>
          <c:dPt>
            <c:idx val="1"/>
            <c:bubble3D val="0"/>
            <c:spPr>
              <a:solidFill>
                <a:srgbClr val="F9927D"/>
              </a:solidFill>
              <a:ln w="19050">
                <a:solidFill>
                  <a:srgbClr val="C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EF5-4072-9048-0C44E48F2402}"/>
              </c:ext>
            </c:extLst>
          </c:dPt>
          <c:dLbls>
            <c:dLbl>
              <c:idx val="0"/>
              <c:layout>
                <c:manualLayout>
                  <c:x val="9.3727899358748729E-2"/>
                  <c:y val="-6.567883853937527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EF5-4072-9048-0C44E48F2402}"/>
                </c:ext>
              </c:extLst>
            </c:dLbl>
            <c:dLbl>
              <c:idx val="1"/>
              <c:layout>
                <c:manualLayout>
                  <c:x val="-7.7539714572734592E-2"/>
                  <c:y val="-4.6913584807387349E-3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EF5-4072-9048-0C44E48F24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 Distribution'!$J$5:$J$7</c:f>
              <c:strCache>
                <c:ptCount val="2"/>
                <c:pt idx="0">
                  <c:v>N</c:v>
                </c:pt>
                <c:pt idx="1">
                  <c:v>Y</c:v>
                </c:pt>
              </c:strCache>
            </c:strRef>
          </c:cat>
          <c:val>
            <c:numRef>
              <c:f>'Data Distribution'!$K$5:$K$7</c:f>
              <c:numCache>
                <c:formatCode>General</c:formatCode>
                <c:ptCount val="2"/>
                <c:pt idx="0">
                  <c:v>122</c:v>
                </c:pt>
                <c:pt idx="1">
                  <c:v>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EF5-4072-9048-0C44E48F24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Distribution!PivotTable19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+mj-lt"/>
              </a:rPr>
              <a:t>Claim Last Year</a:t>
            </a:r>
          </a:p>
        </c:rich>
      </c:tx>
      <c:layout>
        <c:manualLayout>
          <c:xMode val="edge"/>
          <c:yMode val="edge"/>
          <c:x val="0.27643623002043777"/>
          <c:y val="3.2208732878015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</c:pivotFmt>
      <c:pivotFmt>
        <c:idx val="2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</c:pivotFmt>
      <c:pivotFmt>
        <c:idx val="5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7.4737763952465994E-2"/>
              <c:y val="-9.382716961477302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7.7505829284038832E-2"/>
              <c:y val="7.03703772110797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7.4737763952465994E-2"/>
              <c:y val="-9.382716961477302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7.7505829284038832E-2"/>
              <c:y val="7.03703772110797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7.4737763952465994E-2"/>
              <c:y val="-9.382716961477302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7.7505829284038832E-2"/>
              <c:y val="7.037037721107973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'Data Distribution'!$Q$14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2E-44E9-8C85-8DB29A87FEB3}"/>
              </c:ext>
            </c:extLst>
          </c:dPt>
          <c:dPt>
            <c:idx val="1"/>
            <c:bubble3D val="0"/>
            <c:spPr>
              <a:solidFill>
                <a:srgbClr val="F9927D"/>
              </a:solidFill>
              <a:ln w="19050">
                <a:solidFill>
                  <a:srgbClr val="C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72E-44E9-8C85-8DB29A87FEB3}"/>
              </c:ext>
            </c:extLst>
          </c:dPt>
          <c:dLbls>
            <c:dLbl>
              <c:idx val="0"/>
              <c:layout>
                <c:manualLayout>
                  <c:x val="7.4737763952465994E-2"/>
                  <c:y val="-9.3827169614773026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2E-44E9-8C85-8DB29A87FEB3}"/>
                </c:ext>
              </c:extLst>
            </c:dLbl>
            <c:dLbl>
              <c:idx val="1"/>
              <c:layout>
                <c:manualLayout>
                  <c:x val="-7.7505829284038832E-2"/>
                  <c:y val="7.0370377211079735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2E-44E9-8C85-8DB29A87FE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 Distribution'!$P$15:$P$17</c:f>
              <c:strCache>
                <c:ptCount val="2"/>
                <c:pt idx="0">
                  <c:v>N</c:v>
                </c:pt>
                <c:pt idx="1">
                  <c:v>Y</c:v>
                </c:pt>
              </c:strCache>
            </c:strRef>
          </c:cat>
          <c:val>
            <c:numRef>
              <c:f>'Data Distribution'!$Q$15:$Q$17</c:f>
              <c:numCache>
                <c:formatCode>General</c:formatCode>
                <c:ptCount val="2"/>
                <c:pt idx="0">
                  <c:v>131</c:v>
                </c:pt>
                <c:pt idx="1">
                  <c:v>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2E-44E9-8C85-8DB29A87FE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Distribution!PivotTable18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+mj-lt"/>
              </a:rPr>
              <a:t>Speeding Tickets Past 3 Years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9.166666666666666E-2"/>
              <c:y val="-0.1435185185185185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FF19"/>
          </a:solidFill>
          <a:ln w="19050">
            <a:solidFill>
              <a:srgbClr val="D7D200"/>
            </a:solidFill>
          </a:ln>
          <a:effectLst/>
        </c:spPr>
        <c:dLbl>
          <c:idx val="0"/>
          <c:layout>
            <c:manualLayout>
              <c:x val="0.14166666666666666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  <c:dLbl>
          <c:idx val="0"/>
          <c:layout>
            <c:manualLayout>
              <c:x val="-8.6111111111111138E-2"/>
              <c:y val="7.407407407407415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6.3888888888888884E-2"/>
              <c:y val="-0.11111111111111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9.166666666666666E-2"/>
              <c:y val="-0.1435185185185185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FF19"/>
          </a:solidFill>
          <a:ln w="19050">
            <a:solidFill>
              <a:srgbClr val="D7D200"/>
            </a:solidFill>
          </a:ln>
          <a:effectLst/>
        </c:spPr>
        <c:dLbl>
          <c:idx val="0"/>
          <c:layout>
            <c:manualLayout>
              <c:x val="0.14166666666666666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  <c:dLbl>
          <c:idx val="0"/>
          <c:layout>
            <c:manualLayout>
              <c:x val="-8.6111111111111138E-2"/>
              <c:y val="7.407407407407415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6.3888888888888884E-2"/>
              <c:y val="-0.11111111111111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9.166666666666666E-2"/>
              <c:y val="-0.1435185185185185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FFFF19"/>
          </a:solidFill>
          <a:ln w="19050">
            <a:solidFill>
              <a:srgbClr val="D7D200"/>
            </a:solidFill>
          </a:ln>
          <a:effectLst/>
        </c:spPr>
        <c:dLbl>
          <c:idx val="0"/>
          <c:layout>
            <c:manualLayout>
              <c:x val="0.14166666666666666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FFC000"/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  <c:dLbl>
          <c:idx val="0"/>
          <c:layout>
            <c:manualLayout>
              <c:x val="-8.6111111111111138E-2"/>
              <c:y val="7.407407407407415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6.3888888888888884E-2"/>
              <c:y val="-0.11111111111111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9.166666666666666E-2"/>
              <c:y val="-0.1435185185185185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FFF19"/>
          </a:solidFill>
          <a:ln w="19050">
            <a:solidFill>
              <a:srgbClr val="D7D200"/>
            </a:solidFill>
          </a:ln>
          <a:effectLst/>
        </c:spPr>
        <c:dLbl>
          <c:idx val="0"/>
          <c:layout>
            <c:manualLayout>
              <c:x val="0.14166666666666666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FFC000"/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  <c:dLbl>
          <c:idx val="0"/>
          <c:layout>
            <c:manualLayout>
              <c:x val="-8.6111111111111138E-2"/>
              <c:y val="7.407407407407415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6.3888888888888884E-2"/>
              <c:y val="-0.11111111111111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/>
        </c:spPr>
        <c:dLbl>
          <c:idx val="0"/>
          <c:layout>
            <c:manualLayout>
              <c:x val="9.166666666666666E-2"/>
              <c:y val="-0.1435185185185185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FFFF19"/>
          </a:solidFill>
          <a:ln w="19050">
            <a:solidFill>
              <a:srgbClr val="D7D200"/>
            </a:solidFill>
          </a:ln>
          <a:effectLst/>
        </c:spPr>
        <c:dLbl>
          <c:idx val="0"/>
          <c:layout>
            <c:manualLayout>
              <c:x val="0.14166666666666666"/>
              <c:y val="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FFC000"/>
          </a:solidFill>
          <a:ln w="19050">
            <a:solidFill>
              <a:schemeClr val="accent2">
                <a:lumMod val="75000"/>
              </a:schemeClr>
            </a:solidFill>
          </a:ln>
          <a:effectLst/>
        </c:spPr>
        <c:dLbl>
          <c:idx val="0"/>
          <c:layout>
            <c:manualLayout>
              <c:x val="-8.6111111111111138E-2"/>
              <c:y val="7.407407407407415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rgbClr val="FF0000"/>
          </a:solidFill>
          <a:ln w="19050">
            <a:solidFill>
              <a:srgbClr val="C00000"/>
            </a:solidFill>
          </a:ln>
          <a:effectLst/>
        </c:spPr>
        <c:dLbl>
          <c:idx val="0"/>
          <c:layout>
            <c:manualLayout>
              <c:x val="-6.3888888888888884E-2"/>
              <c:y val="-0.111111111111111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'Data Distribution'!$H$19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255-495A-990B-F0A0397F893F}"/>
              </c:ext>
            </c:extLst>
          </c:dPt>
          <c:dPt>
            <c:idx val="1"/>
            <c:bubble3D val="0"/>
            <c:spPr>
              <a:solidFill>
                <a:srgbClr val="FFFF19"/>
              </a:solidFill>
              <a:ln w="19050">
                <a:solidFill>
                  <a:srgbClr val="D7D2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255-495A-990B-F0A0397F893F}"/>
              </c:ext>
            </c:extLst>
          </c:dPt>
          <c:dPt>
            <c:idx val="2"/>
            <c:bubble3D val="0"/>
            <c:spPr>
              <a:solidFill>
                <a:srgbClr val="FFD13F"/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255-495A-990B-F0A0397F893F}"/>
              </c:ext>
            </c:extLst>
          </c:dPt>
          <c:dPt>
            <c:idx val="3"/>
            <c:bubble3D val="0"/>
            <c:spPr>
              <a:solidFill>
                <a:srgbClr val="F9927D"/>
              </a:solidFill>
              <a:ln w="19050">
                <a:solidFill>
                  <a:srgbClr val="C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255-495A-990B-F0A0397F893F}"/>
              </c:ext>
            </c:extLst>
          </c:dPt>
          <c:dLbls>
            <c:dLbl>
              <c:idx val="0"/>
              <c:layout>
                <c:manualLayout>
                  <c:x val="9.166666666666666E-2"/>
                  <c:y val="-0.14351851851851857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55-495A-990B-F0A0397F893F}"/>
                </c:ext>
              </c:extLst>
            </c:dLbl>
            <c:dLbl>
              <c:idx val="1"/>
              <c:layout>
                <c:manualLayout>
                  <c:x val="0.14166666666666666"/>
                  <c:y val="5.5555555555555552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55-495A-990B-F0A0397F893F}"/>
                </c:ext>
              </c:extLst>
            </c:dLbl>
            <c:dLbl>
              <c:idx val="2"/>
              <c:layout>
                <c:manualLayout>
                  <c:x val="-8.6111111111111138E-2"/>
                  <c:y val="7.4074074074074153E-2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255-495A-990B-F0A0397F893F}"/>
                </c:ext>
              </c:extLst>
            </c:dLbl>
            <c:dLbl>
              <c:idx val="3"/>
              <c:layout>
                <c:manualLayout>
                  <c:x val="-6.3888888888888884E-2"/>
                  <c:y val="-0.1111111111111111"/>
                </c:manualLayout>
              </c:layout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255-495A-990B-F0A0397F89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 Distribution'!$G$20:$G$24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'Data Distribution'!$H$20:$H$24</c:f>
              <c:numCache>
                <c:formatCode>General</c:formatCode>
                <c:ptCount val="4"/>
                <c:pt idx="0">
                  <c:v>98</c:v>
                </c:pt>
                <c:pt idx="1">
                  <c:v>104</c:v>
                </c:pt>
                <c:pt idx="2">
                  <c:v>52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55-495A-990B-F0A0397F8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Distribution!PivotTable28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latin typeface="+mj-lt"/>
              </a:rPr>
              <a:t>Risk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solidFill>
              <a:srgbClr val="C00000"/>
            </a:solidFill>
          </a:ln>
          <a:effectLst/>
        </c:spPr>
      </c:pivotFmt>
      <c:pivotFmt>
        <c:idx val="2"/>
        <c:spPr>
          <a:solidFill>
            <a:srgbClr val="92D050"/>
          </a:solidFill>
          <a:ln>
            <a:solidFill>
              <a:srgbClr val="00B050"/>
            </a:solidFill>
          </a:ln>
          <a:effectLst/>
        </c:spPr>
      </c:pivotFmt>
      <c:pivotFmt>
        <c:idx val="3"/>
        <c:spPr>
          <a:solidFill>
            <a:srgbClr val="FFFF33"/>
          </a:solidFill>
          <a:ln>
            <a:solidFill>
              <a:srgbClr val="D5D000"/>
            </a:solidFill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solidFill>
              <a:srgbClr val="C00000"/>
            </a:solidFill>
          </a:ln>
          <a:effectLst/>
        </c:spPr>
      </c:pivotFmt>
      <c:pivotFmt>
        <c:idx val="6"/>
        <c:spPr>
          <a:solidFill>
            <a:srgbClr val="FFFF33"/>
          </a:solidFill>
          <a:ln>
            <a:solidFill>
              <a:srgbClr val="D5D000"/>
            </a:solidFill>
          </a:ln>
          <a:effectLst/>
        </c:spPr>
      </c:pivotFmt>
      <c:pivotFmt>
        <c:idx val="7"/>
        <c:spPr>
          <a:solidFill>
            <a:srgbClr val="92D050"/>
          </a:solidFill>
          <a:ln>
            <a:solidFill>
              <a:srgbClr val="00B050"/>
            </a:solidFill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F0000"/>
          </a:solidFill>
          <a:ln>
            <a:solidFill>
              <a:srgbClr val="C00000"/>
            </a:solidFill>
          </a:ln>
          <a:effectLst/>
        </c:spPr>
      </c:pivotFmt>
      <c:pivotFmt>
        <c:idx val="10"/>
        <c:spPr>
          <a:solidFill>
            <a:srgbClr val="FFFF33"/>
          </a:solidFill>
          <a:ln>
            <a:solidFill>
              <a:srgbClr val="D5D000"/>
            </a:solidFill>
          </a:ln>
          <a:effectLst/>
        </c:spPr>
      </c:pivotFmt>
      <c:pivotFmt>
        <c:idx val="11"/>
        <c:spPr>
          <a:solidFill>
            <a:srgbClr val="92D050"/>
          </a:solidFill>
          <a:ln>
            <a:solidFill>
              <a:srgbClr val="00B050"/>
            </a:solidFill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 Distribution'!$K$23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solidFill>
                  <a:srgbClr val="C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DD-4684-8E8A-4B328346E0B9}"/>
              </c:ext>
            </c:extLst>
          </c:dPt>
          <c:dPt>
            <c:idx val="1"/>
            <c:invertIfNegative val="0"/>
            <c:bubble3D val="0"/>
            <c:spPr>
              <a:solidFill>
                <a:srgbClr val="FFFF33"/>
              </a:solidFill>
              <a:ln>
                <a:solidFill>
                  <a:srgbClr val="D5D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DD-4684-8E8A-4B328346E0B9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solidFill>
                  <a:srgbClr val="00B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6DD-4684-8E8A-4B328346E0B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 Distribution'!$J$24:$J$27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'Data Distribution'!$K$24:$K$27</c:f>
              <c:numCache>
                <c:formatCode>General</c:formatCode>
                <c:ptCount val="3"/>
                <c:pt idx="0">
                  <c:v>89</c:v>
                </c:pt>
                <c:pt idx="1">
                  <c:v>150</c:v>
                </c:pt>
                <c:pt idx="2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DD-4684-8E8A-4B328346E0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82508192"/>
        <c:axId val="412800816"/>
      </c:barChart>
      <c:catAx>
        <c:axId val="68250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800816"/>
        <c:crosses val="autoZero"/>
        <c:auto val="1"/>
        <c:lblAlgn val="ctr"/>
        <c:lblOffset val="100"/>
        <c:noMultiLvlLbl val="0"/>
      </c:catAx>
      <c:valAx>
        <c:axId val="41280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250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[insurance_policy_dataWORK.csv.xlsx]Sheet2!PivotTable12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Age Premium Multiplier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circle"/>
          <c:size val="6"/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Sheet2!$C$14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Sheet2!$B$15:$B$21</c:f>
              <c:strCache>
                <c:ptCount val="6"/>
                <c:pt idx="0">
                  <c:v>18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75</c:v>
                </c:pt>
              </c:strCache>
            </c:strRef>
          </c:cat>
          <c:val>
            <c:numRef>
              <c:f>Sheet2!$C$15:$C$21</c:f>
              <c:numCache>
                <c:formatCode>General</c:formatCode>
                <c:ptCount val="6"/>
                <c:pt idx="0">
                  <c:v>1.35</c:v>
                </c:pt>
                <c:pt idx="1">
                  <c:v>1.34</c:v>
                </c:pt>
                <c:pt idx="2">
                  <c:v>1.25</c:v>
                </c:pt>
                <c:pt idx="3">
                  <c:v>1.27</c:v>
                </c:pt>
                <c:pt idx="4">
                  <c:v>1.21</c:v>
                </c:pt>
                <c:pt idx="5">
                  <c:v>1.28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7B-43A6-962C-5F28649CF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51627728"/>
        <c:axId val="1990493008"/>
      </c:barChart>
      <c:catAx>
        <c:axId val="51627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0493008"/>
        <c:crosses val="autoZero"/>
        <c:auto val="1"/>
        <c:lblAlgn val="ctr"/>
        <c:lblOffset val="100"/>
        <c:noMultiLvlLbl val="0"/>
      </c:catAx>
      <c:valAx>
        <c:axId val="1990493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27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+mj-lt"/>
              </a:rPr>
              <a:t>Experience Multiplier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Sheet2!$F$2</c:f>
              <c:strCache>
                <c:ptCount val="1"/>
                <c:pt idx="0">
                  <c:v>exp multiplier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1.0929971928045307E-2"/>
                  <c:y val="-2.21031441384125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42-43CB-BA0F-D9C902E18A31}"/>
                </c:ext>
              </c:extLst>
            </c:dLbl>
            <c:dLbl>
              <c:idx val="2"/>
              <c:layout>
                <c:manualLayout>
                  <c:x val="2.1859943856089854E-3"/>
                  <c:y val="-3.92944784682889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442-43CB-BA0F-D9C902E18A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Sheet2!$E$3:$E$7</c:f>
              <c:numCache>
                <c:formatCode>General</c:formatCode>
                <c:ptCount val="5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59</c:v>
                </c:pt>
              </c:numCache>
            </c:numRef>
          </c:xVal>
          <c:yVal>
            <c:numRef>
              <c:f>Sheet2!$F$3:$F$7</c:f>
              <c:numCache>
                <c:formatCode>General</c:formatCode>
                <c:ptCount val="5"/>
                <c:pt idx="0">
                  <c:v>1.31</c:v>
                </c:pt>
                <c:pt idx="1">
                  <c:v>1.3</c:v>
                </c:pt>
                <c:pt idx="2">
                  <c:v>1.25</c:v>
                </c:pt>
                <c:pt idx="3">
                  <c:v>1.25</c:v>
                </c:pt>
                <c:pt idx="4">
                  <c:v>1.32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697-4278-B80C-0D2E6D4138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2574175"/>
        <c:axId val="98851535"/>
      </c:scatterChart>
      <c:valAx>
        <c:axId val="4525741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851535"/>
        <c:crosses val="autoZero"/>
        <c:crossBetween val="midCat"/>
      </c:valAx>
      <c:valAx>
        <c:axId val="98851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257417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At</a:t>
            </a:r>
            <a:r>
              <a:rPr lang="en-US" baseline="0"/>
              <a:t> Fault Multiplier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Sheet2!$I$2</c:f>
              <c:strCache>
                <c:ptCount val="1"/>
                <c:pt idx="0">
                  <c:v>multiplier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91A-4623-BD28-D03E4ADD82AB}"/>
              </c:ext>
            </c:extLst>
          </c:dPt>
          <c:dPt>
            <c:idx val="1"/>
            <c:invertIfNegative val="0"/>
            <c:bubble3D val="0"/>
            <c:spPr>
              <a:solidFill>
                <a:srgbClr val="FFFF66"/>
              </a:solidFill>
              <a:ln>
                <a:solidFill>
                  <a:srgbClr val="D5D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91A-4623-BD28-D03E4ADD82AB}"/>
              </c:ext>
            </c:extLst>
          </c:dPt>
          <c:dPt>
            <c:idx val="2"/>
            <c:invertIfNegative val="0"/>
            <c:bubble3D val="0"/>
            <c:spPr>
              <a:solidFill>
                <a:srgbClr val="FF3300"/>
              </a:solidFill>
              <a:ln>
                <a:solidFill>
                  <a:srgbClr val="B422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91A-4623-BD28-D03E4ADD82A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Sheet2!$H$3:$H$5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cat>
          <c:val>
            <c:numRef>
              <c:f>Sheet2!$I$3:$I$5</c:f>
              <c:numCache>
                <c:formatCode>General</c:formatCode>
                <c:ptCount val="3"/>
                <c:pt idx="0">
                  <c:v>1</c:v>
                </c:pt>
                <c:pt idx="1">
                  <c:v>1.3</c:v>
                </c:pt>
                <c:pt idx="2">
                  <c:v>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4CB-4CCE-A2D8-863828E08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326500975"/>
        <c:axId val="779351055"/>
      </c:barChart>
      <c:catAx>
        <c:axId val="326500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9351055"/>
        <c:crosses val="autoZero"/>
        <c:auto val="1"/>
        <c:lblAlgn val="ctr"/>
        <c:lblOffset val="100"/>
        <c:noMultiLvlLbl val="0"/>
      </c:catAx>
      <c:valAx>
        <c:axId val="779351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6500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latin typeface="+mj-lt"/>
              </a:rPr>
              <a:t>FICO Score Multiplier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Sheet2!$L$2</c:f>
              <c:strCache>
                <c:ptCount val="1"/>
                <c:pt idx="0">
                  <c:v>multiplier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1.1405295315682282E-2"/>
                  <c:y val="-3.22021828353904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277-4E43-9B70-68C5658713C6}"/>
                </c:ext>
              </c:extLst>
            </c:dLbl>
            <c:dLbl>
              <c:idx val="3"/>
              <c:layout>
                <c:manualLayout>
                  <c:x val="-1.0185067526415994E-16"/>
                  <c:y val="-3.70370370370371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77-4E43-9B70-68C5658713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Sheet2!$K$3:$K$7</c:f>
              <c:numCache>
                <c:formatCode>General</c:formatCode>
                <c:ptCount val="5"/>
                <c:pt idx="0">
                  <c:v>300</c:v>
                </c:pt>
                <c:pt idx="1">
                  <c:v>450</c:v>
                </c:pt>
                <c:pt idx="2">
                  <c:v>600</c:v>
                </c:pt>
                <c:pt idx="3">
                  <c:v>700</c:v>
                </c:pt>
                <c:pt idx="4">
                  <c:v>850</c:v>
                </c:pt>
              </c:numCache>
            </c:numRef>
          </c:xVal>
          <c:yVal>
            <c:numRef>
              <c:f>Sheet2!$L$3:$L$7</c:f>
              <c:numCache>
                <c:formatCode>General</c:formatCode>
                <c:ptCount val="5"/>
                <c:pt idx="0">
                  <c:v>1.4</c:v>
                </c:pt>
                <c:pt idx="1">
                  <c:v>1.39</c:v>
                </c:pt>
                <c:pt idx="2">
                  <c:v>1.3</c:v>
                </c:pt>
                <c:pt idx="3">
                  <c:v>1.26</c:v>
                </c:pt>
                <c:pt idx="4">
                  <c:v>1.22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277-4E43-9B70-68C5658713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7247792"/>
        <c:axId val="41643376"/>
      </c:scatterChart>
      <c:valAx>
        <c:axId val="357247792"/>
        <c:scaling>
          <c:orientation val="minMax"/>
          <c:max val="900"/>
          <c:min val="3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643376"/>
        <c:crosses val="autoZero"/>
        <c:crossBetween val="midCat"/>
      </c:valAx>
      <c:valAx>
        <c:axId val="41643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72477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+mj-lt"/>
              </a:rPr>
              <a:t>Mileage Multiplier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Sheet2!$O$2</c:f>
              <c:strCache>
                <c:ptCount val="1"/>
                <c:pt idx="0">
                  <c:v>mult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2.138888888888889E-3"/>
                  <c:y val="-6.246536891221930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6D8-4933-9DAC-F1BE8CA337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Sheet2!$N$3:$N$9</c:f>
              <c:numCache>
                <c:formatCode>General</c:formatCode>
                <c:ptCount val="7"/>
                <c:pt idx="0">
                  <c:v>3000</c:v>
                </c:pt>
                <c:pt idx="1">
                  <c:v>8000</c:v>
                </c:pt>
                <c:pt idx="2">
                  <c:v>11000</c:v>
                </c:pt>
                <c:pt idx="3">
                  <c:v>15000</c:v>
                </c:pt>
                <c:pt idx="4">
                  <c:v>19000</c:v>
                </c:pt>
                <c:pt idx="5">
                  <c:v>23000</c:v>
                </c:pt>
                <c:pt idx="6">
                  <c:v>28000</c:v>
                </c:pt>
              </c:numCache>
            </c:numRef>
          </c:xVal>
          <c:yVal>
            <c:numRef>
              <c:f>Sheet2!$O$3:$O$9</c:f>
              <c:numCache>
                <c:formatCode>General</c:formatCode>
                <c:ptCount val="7"/>
                <c:pt idx="0">
                  <c:v>1.1000000000000001</c:v>
                </c:pt>
                <c:pt idx="1">
                  <c:v>1.2</c:v>
                </c:pt>
                <c:pt idx="2">
                  <c:v>1.25</c:v>
                </c:pt>
                <c:pt idx="3">
                  <c:v>1.29</c:v>
                </c:pt>
                <c:pt idx="4">
                  <c:v>1.33</c:v>
                </c:pt>
                <c:pt idx="5">
                  <c:v>1.36</c:v>
                </c:pt>
                <c:pt idx="6">
                  <c:v>1.4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6D8-4933-9DAC-F1BE8CA33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5357248"/>
        <c:axId val="412749456"/>
      </c:scatterChart>
      <c:valAx>
        <c:axId val="415357248"/>
        <c:scaling>
          <c:orientation val="minMax"/>
          <c:max val="30000"/>
          <c:min val="3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749456"/>
        <c:crosses val="autoZero"/>
        <c:crossBetween val="midCat"/>
      </c:valAx>
      <c:valAx>
        <c:axId val="412749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53572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latin typeface="+mj-lt"/>
              </a:rPr>
              <a:t>DUI Multiplier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solidFill>
                  <a:srgbClr val="80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834-4B49-A62C-1C9450C610F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834-4B49-A62C-1C9450C610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Sheet2!$Q$3:$Q$4</c:f>
              <c:strCache>
                <c:ptCount val="2"/>
                <c:pt idx="0">
                  <c:v>Y</c:v>
                </c:pt>
                <c:pt idx="1">
                  <c:v>N</c:v>
                </c:pt>
              </c:strCache>
            </c:strRef>
          </c:cat>
          <c:val>
            <c:numRef>
              <c:f>Sheet2!$R$3:$R$4</c:f>
              <c:numCache>
                <c:formatCode>General</c:formatCode>
                <c:ptCount val="2"/>
                <c:pt idx="0">
                  <c:v>1.5</c:v>
                </c:pt>
                <c:pt idx="1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34-4B49-A62C-1C9450C610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5258880"/>
        <c:axId val="412814256"/>
      </c:barChart>
      <c:catAx>
        <c:axId val="415258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814256"/>
        <c:crosses val="autoZero"/>
        <c:auto val="1"/>
        <c:lblAlgn val="ctr"/>
        <c:lblOffset val="100"/>
        <c:noMultiLvlLbl val="0"/>
      </c:catAx>
      <c:valAx>
        <c:axId val="412814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5258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Coverage Multiplier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Sheet2!$U$2</c:f>
              <c:strCache>
                <c:ptCount val="1"/>
                <c:pt idx="0">
                  <c:v>mult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Sheet2!$T$3:$T$5</c:f>
              <c:strCache>
                <c:ptCount val="3"/>
                <c:pt idx="0">
                  <c:v>LIAB</c:v>
                </c:pt>
                <c:pt idx="1">
                  <c:v>COLL</c:v>
                </c:pt>
                <c:pt idx="2">
                  <c:v>COMP</c:v>
                </c:pt>
              </c:strCache>
            </c:strRef>
          </c:cat>
          <c:val>
            <c:numRef>
              <c:f>Sheet2!$U$3:$U$5</c:f>
              <c:numCache>
                <c:formatCode>General</c:formatCode>
                <c:ptCount val="3"/>
                <c:pt idx="0">
                  <c:v>1.2</c:v>
                </c:pt>
                <c:pt idx="1">
                  <c:v>1.1000000000000001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BD-4791-8EBB-FD53690BF6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26896224"/>
        <c:axId val="412696656"/>
      </c:barChart>
      <c:catAx>
        <c:axId val="426896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696656"/>
        <c:crosses val="autoZero"/>
        <c:auto val="1"/>
        <c:lblAlgn val="ctr"/>
        <c:lblOffset val="100"/>
        <c:noMultiLvlLbl val="0"/>
      </c:catAx>
      <c:valAx>
        <c:axId val="412696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896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[insurance_policy_dataWORK.csv.xlsx]Data Distribution!PivotTable32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b="1">
                <a:latin typeface="+mj-lt"/>
              </a:rPr>
              <a:t>Monthly Insurance</a:t>
            </a:r>
            <a:r>
              <a:rPr lang="en-US" b="1" baseline="0">
                <a:latin typeface="+mj-lt"/>
              </a:rPr>
              <a:t> Cost</a:t>
            </a:r>
            <a:endParaRPr lang="en-US" b="1">
              <a:latin typeface="+mj-lt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circle"/>
          <c:size val="6"/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 Distribution'!$E$52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'Data Distribution'!$D$53:$D$57</c:f>
              <c:strCache>
                <c:ptCount val="4"/>
                <c:pt idx="0">
                  <c:v>138.75-288.75</c:v>
                </c:pt>
                <c:pt idx="1">
                  <c:v>288.75-438.75</c:v>
                </c:pt>
                <c:pt idx="2">
                  <c:v>438.75-588.75</c:v>
                </c:pt>
                <c:pt idx="3">
                  <c:v>588.75-738.75</c:v>
                </c:pt>
              </c:strCache>
            </c:strRef>
          </c:cat>
          <c:val>
            <c:numRef>
              <c:f>'Data Distribution'!$E$53:$E$57</c:f>
              <c:numCache>
                <c:formatCode>General</c:formatCode>
                <c:ptCount val="4"/>
                <c:pt idx="0">
                  <c:v>115</c:v>
                </c:pt>
                <c:pt idx="1">
                  <c:v>92</c:v>
                </c:pt>
                <c:pt idx="2">
                  <c:v>95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91-4910-AE52-E790D8A972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426893904"/>
        <c:axId val="412758576"/>
      </c:barChart>
      <c:catAx>
        <c:axId val="42689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758576"/>
        <c:crosses val="autoZero"/>
        <c:auto val="1"/>
        <c:lblAlgn val="ctr"/>
        <c:lblOffset val="100"/>
        <c:noMultiLvlLbl val="0"/>
      </c:catAx>
      <c:valAx>
        <c:axId val="412758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89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3568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0316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3562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96293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349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5454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3062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6096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7476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927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3230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379789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6034976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0571756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0596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36946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87039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15721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35830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02323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082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64663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4969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57317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5579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810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31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5027-4553-D65E-9FD8-DCDE3265B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40AF3-5672-DE30-F361-F8B993B6C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30B8C-44AB-34B0-2645-0B5F13DB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2B37B-7DC9-2A77-7C57-934F11C9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E2930-2F77-7D04-58A7-79F795A0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979273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9D79-0BF5-30FF-A909-6519C55FD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88A99-57CC-1447-2159-5B4D478DF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AC41F-FAC7-6D2B-58D3-687069A7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FC57C-8862-F850-B6CC-A20E7FCC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EF5B-7039-0963-1D45-38B7337B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9495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38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  <p:sldLayoutId id="2147483880" r:id="rId19"/>
    <p:sldLayoutId id="2147483881" r:id="rId20"/>
    <p:sldLayoutId id="2147483882" r:id="rId21"/>
    <p:sldLayoutId id="2147483883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9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9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insurify.com/insights/driving-drunk-states-with-the-most-duis/" TargetMode="External"/><Relationship Id="rId2" Type="http://schemas.openxmlformats.org/officeDocument/2006/relationships/hyperlink" Target="https://www.mordorintelligence.com/industry-reports/united-sates-motor-insurance-market" TargetMode="Externa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CC16-AF46-D2CB-88D9-5788E68461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Auto Insurance Underwriting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B6667-7F8D-A9CD-0BF7-7F78E30E24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Nahum Ghebrehiwet</a:t>
            </a:r>
          </a:p>
        </p:txBody>
      </p:sp>
    </p:spTree>
    <p:extLst>
      <p:ext uri="{BB962C8B-B14F-4D97-AF65-F5344CB8AC3E}">
        <p14:creationId xmlns:p14="http://schemas.microsoft.com/office/powerpoint/2010/main" val="367904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9E8B-CBF4-D951-6C02-E7463A5E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69BBC-F6B6-DAFE-09A9-B1FCC9DA5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 Insurance is amongst the largest insurance category in the United States valued at over $400 billion (</a:t>
            </a:r>
            <a:r>
              <a:rPr lang="en-US" dirty="0" err="1"/>
              <a:t>Mordar</a:t>
            </a:r>
            <a:r>
              <a:rPr lang="en-US" dirty="0"/>
              <a:t> Intelligence).</a:t>
            </a:r>
          </a:p>
          <a:p>
            <a:endParaRPr lang="en-US" dirty="0"/>
          </a:p>
          <a:p>
            <a:r>
              <a:rPr lang="en-US" dirty="0"/>
              <a:t>The growth and survival of any insurance company relies on its ability to carefully assess which applicants it should accept at which price. </a:t>
            </a:r>
          </a:p>
          <a:p>
            <a:endParaRPr lang="en-US" dirty="0"/>
          </a:p>
          <a:p>
            <a:r>
              <a:rPr lang="en-US" dirty="0"/>
              <a:t>Insurance companies need to carefully understand the characteristics of their applicants.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028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227A-CD4F-35CC-D5DC-387E9FAB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0EAA7-5E16-CC71-E0DD-EA052069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is to analyze the applicants for an auto insurance company. The information provides insight on different characteristics of the applicants such as demographics and risk.</a:t>
            </a:r>
          </a:p>
          <a:p>
            <a:endParaRPr lang="en-US" dirty="0"/>
          </a:p>
          <a:p>
            <a:r>
              <a:rPr lang="en-US" dirty="0"/>
              <a:t>Determine which applicants are of high or low risk.</a:t>
            </a:r>
          </a:p>
          <a:p>
            <a:endParaRPr lang="en-US" dirty="0"/>
          </a:p>
          <a:p>
            <a:r>
              <a:rPr lang="en-US" dirty="0"/>
              <a:t>Create an optimal pricing strategy for insurance applicants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756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81CF-220B-ECF6-88A7-BA95F80B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949FE-4027-D1F6-FF0B-C11499F48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Excel is the main tool for this analysis. The following analysis involves using ifs, XLOOKUP, pivot tables and charts. </a:t>
            </a:r>
          </a:p>
          <a:p>
            <a:endParaRPr lang="en-US" dirty="0"/>
          </a:p>
          <a:p>
            <a:r>
              <a:rPr lang="en-US" dirty="0"/>
              <a:t>There is also Power BI used for this analysis for summary statistics visualization. </a:t>
            </a:r>
          </a:p>
        </p:txBody>
      </p:sp>
    </p:spTree>
    <p:extLst>
      <p:ext uri="{BB962C8B-B14F-4D97-AF65-F5344CB8AC3E}">
        <p14:creationId xmlns:p14="http://schemas.microsoft.com/office/powerpoint/2010/main" val="3432223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6AA7-9F5C-7016-8B35-7BF96A3E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Applicant Demographics</a:t>
            </a:r>
          </a:p>
        </p:txBody>
      </p:sp>
    </p:spTree>
    <p:extLst>
      <p:ext uri="{BB962C8B-B14F-4D97-AF65-F5344CB8AC3E}">
        <p14:creationId xmlns:p14="http://schemas.microsoft.com/office/powerpoint/2010/main" val="144055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C7668-AECE-5E37-FA71-82FB88C0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Applicant 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571234-9F82-6E2E-AC86-92E316A89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169" y="2026227"/>
            <a:ext cx="7026249" cy="161558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8E8609E-9875-B2C9-C445-87A463E3D6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3437746"/>
              </p:ext>
            </p:extLst>
          </p:nvPr>
        </p:nvGraphicFramePr>
        <p:xfrm>
          <a:off x="1088136" y="3429000"/>
          <a:ext cx="4172021" cy="2574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1035CDB-8E4D-87A2-7D2B-B29E0C111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395" y="3238351"/>
            <a:ext cx="5875529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424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31C4-BF32-023A-22C9-6D04D69E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FICO Credit Score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3D8DC00-E6D7-ECB9-3BCA-DF0CC0639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9308885"/>
              </p:ext>
            </p:extLst>
          </p:nvPr>
        </p:nvGraphicFramePr>
        <p:xfrm>
          <a:off x="640080" y="3635910"/>
          <a:ext cx="4735258" cy="2728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44FE369-3F45-003B-41FE-CD72B4E9A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00" y="1965833"/>
            <a:ext cx="6447079" cy="14631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492D2F-0C06-428F-FB3B-FB9216B3E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041" y="3298955"/>
            <a:ext cx="5115823" cy="30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08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74F9-8B38-1A43-0052-B7406F4B9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info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A397B27-2A02-4D15-95DB-D6E089C20C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809338"/>
              </p:ext>
            </p:extLst>
          </p:nvPr>
        </p:nvGraphicFramePr>
        <p:xfrm>
          <a:off x="529793" y="1817368"/>
          <a:ext cx="4195695" cy="2468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B217791-77BF-41F8-BD66-1F61E2518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60251"/>
              </p:ext>
            </p:extLst>
          </p:nvPr>
        </p:nvGraphicFramePr>
        <p:xfrm>
          <a:off x="7466511" y="1790541"/>
          <a:ext cx="4192088" cy="2468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B0185CE-8FFA-4EF7-9F6C-2F96EDEC52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3461403"/>
              </p:ext>
            </p:extLst>
          </p:nvPr>
        </p:nvGraphicFramePr>
        <p:xfrm>
          <a:off x="3998152" y="4285737"/>
          <a:ext cx="4195695" cy="2468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0793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A9E3-0AFC-BE5D-9284-AA9091562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DEMOGRAPHICS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E5A8A25-8E36-45ED-86C1-7C04F3C711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1174055"/>
              </p:ext>
            </p:extLst>
          </p:nvPr>
        </p:nvGraphicFramePr>
        <p:xfrm>
          <a:off x="6277478" y="2133601"/>
          <a:ext cx="4347342" cy="3098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0695BCB-0340-46EA-83C0-844B0CAE0A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7780803"/>
              </p:ext>
            </p:extLst>
          </p:nvPr>
        </p:nvGraphicFramePr>
        <p:xfrm>
          <a:off x="1209040" y="2133601"/>
          <a:ext cx="4309934" cy="2887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791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4E0C-506B-920B-00B6-3253F354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Demographics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D342-8500-D5D0-A0FE-024108899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reflects an even distribution.</a:t>
            </a:r>
          </a:p>
          <a:p>
            <a:endParaRPr lang="en-US" dirty="0"/>
          </a:p>
          <a:p>
            <a:r>
              <a:rPr lang="en-US" dirty="0"/>
              <a:t>However, the applicant data is significantly different than U.S demographics  </a:t>
            </a:r>
          </a:p>
          <a:p>
            <a:endParaRPr lang="en-US" dirty="0"/>
          </a:p>
          <a:p>
            <a:r>
              <a:rPr lang="en-US" dirty="0"/>
              <a:t>Age, FICO Score, and marital status are much more different. </a:t>
            </a:r>
          </a:p>
        </p:txBody>
      </p:sp>
    </p:spTree>
    <p:extLst>
      <p:ext uri="{BB962C8B-B14F-4D97-AF65-F5344CB8AC3E}">
        <p14:creationId xmlns:p14="http://schemas.microsoft.com/office/powerpoint/2010/main" val="3881600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0A3F-BFDF-6B2D-3629-B4C640AF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2537698-4ED3-4027-9797-C323E8F908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1920503"/>
              </p:ext>
            </p:extLst>
          </p:nvPr>
        </p:nvGraphicFramePr>
        <p:xfrm>
          <a:off x="2137844" y="1690688"/>
          <a:ext cx="3871494" cy="2345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F2AF561-5299-47A9-859E-592E3CDB7D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5177481"/>
              </p:ext>
            </p:extLst>
          </p:nvPr>
        </p:nvGraphicFramePr>
        <p:xfrm>
          <a:off x="2137844" y="4300874"/>
          <a:ext cx="3871494" cy="255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A15A207-9C66-48B1-99DD-51012497B2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1030121"/>
              </p:ext>
            </p:extLst>
          </p:nvPr>
        </p:nvGraphicFramePr>
        <p:xfrm>
          <a:off x="6095998" y="1763714"/>
          <a:ext cx="3863448" cy="2365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C3D200D-83CD-407A-8007-F6E1371754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2732034"/>
              </p:ext>
            </p:extLst>
          </p:nvPr>
        </p:nvGraphicFramePr>
        <p:xfrm>
          <a:off x="6009338" y="4300875"/>
          <a:ext cx="3871494" cy="255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453180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6426-0E83-1C96-4FC1-4748CCBF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rating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9585AB6-7D11-519B-FA93-28FD5A9BED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494874"/>
              </p:ext>
            </p:extLst>
          </p:nvPr>
        </p:nvGraphicFramePr>
        <p:xfrm>
          <a:off x="5464628" y="2278884"/>
          <a:ext cx="5459186" cy="3488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419951F-6CAF-06D1-FA09-0E0DC754149C}"/>
              </a:ext>
            </a:extLst>
          </p:cNvPr>
          <p:cNvSpPr txBox="1"/>
          <p:nvPr/>
        </p:nvSpPr>
        <p:spPr>
          <a:xfrm>
            <a:off x="1088136" y="2278884"/>
            <a:ext cx="36952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Applicants are given a risk rating</a:t>
            </a:r>
          </a:p>
          <a:p>
            <a:r>
              <a:rPr lang="en-US" dirty="0"/>
              <a:t>based on key info of their driving</a:t>
            </a:r>
          </a:p>
          <a:p>
            <a:r>
              <a:rPr lang="en-US" dirty="0"/>
              <a:t>behavior.</a:t>
            </a:r>
          </a:p>
        </p:txBody>
      </p:sp>
    </p:spTree>
    <p:extLst>
      <p:ext uri="{BB962C8B-B14F-4D97-AF65-F5344CB8AC3E}">
        <p14:creationId xmlns:p14="http://schemas.microsoft.com/office/powerpoint/2010/main" val="162867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C701-9390-4C79-D396-479F0418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info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E8A87-5376-A11C-B083-C5F7D0C27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 risk appears to be much higher than U.S averages </a:t>
            </a:r>
          </a:p>
          <a:p>
            <a:endParaRPr lang="en-US" dirty="0"/>
          </a:p>
          <a:p>
            <a:r>
              <a:rPr lang="en-US" dirty="0"/>
              <a:t>All risk characteristics appear to be higher than U.S averages (</a:t>
            </a:r>
            <a:r>
              <a:rPr lang="en-US" dirty="0" err="1"/>
              <a:t>Insurify</a:t>
            </a:r>
            <a:r>
              <a:rPr lang="en-US" dirty="0"/>
              <a:t> Insights). </a:t>
            </a:r>
          </a:p>
        </p:txBody>
      </p:sp>
    </p:spTree>
    <p:extLst>
      <p:ext uri="{BB962C8B-B14F-4D97-AF65-F5344CB8AC3E}">
        <p14:creationId xmlns:p14="http://schemas.microsoft.com/office/powerpoint/2010/main" val="703414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1BCA-AB0A-5FEC-53B8-8ECD44641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Premium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2FEE1-07AD-7A97-D74A-374904359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applicants have different characteristics</a:t>
            </a:r>
          </a:p>
          <a:p>
            <a:endParaRPr lang="en-US" dirty="0"/>
          </a:p>
          <a:p>
            <a:r>
              <a:rPr lang="en-US" dirty="0"/>
              <a:t>Charging a uniform price would leave profit and market share for other insurance competitors </a:t>
            </a:r>
          </a:p>
          <a:p>
            <a:endParaRPr lang="en-US" dirty="0"/>
          </a:p>
          <a:p>
            <a:r>
              <a:rPr lang="en-US" dirty="0"/>
              <a:t>Price discrimination/Premium accommodates differences in applicant characteristics. </a:t>
            </a:r>
          </a:p>
          <a:p>
            <a:endParaRPr lang="en-US" dirty="0"/>
          </a:p>
          <a:p>
            <a:r>
              <a:rPr lang="en-US" dirty="0"/>
              <a:t>Our base price will be $80 </a:t>
            </a:r>
          </a:p>
        </p:txBody>
      </p:sp>
    </p:spTree>
    <p:extLst>
      <p:ext uri="{BB962C8B-B14F-4D97-AF65-F5344CB8AC3E}">
        <p14:creationId xmlns:p14="http://schemas.microsoft.com/office/powerpoint/2010/main" val="1335313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88F53-9B7B-039D-E8A2-5928284F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Premium - 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AF6890-EC80-ABB8-580E-26C5FFADF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176587"/>
              </p:ext>
            </p:extLst>
          </p:nvPr>
        </p:nvGraphicFramePr>
        <p:xfrm>
          <a:off x="6096000" y="1672273"/>
          <a:ext cx="5221922" cy="2625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BAEDD7-6AD8-1923-F18A-0783A245BCC8}"/>
              </a:ext>
            </a:extLst>
          </p:cNvPr>
          <p:cNvSpPr txBox="1"/>
          <p:nvPr/>
        </p:nvSpPr>
        <p:spPr>
          <a:xfrm>
            <a:off x="946673" y="2194560"/>
            <a:ext cx="30091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Premium multiplier by age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317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E084-466B-1F0C-76F2-6305F57B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/>
          <a:p>
            <a:r>
              <a:rPr lang="en-US" dirty="0"/>
              <a:t>Premium – Driving Experience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E89B12-21F2-D906-E095-9004EC2BCA7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96624452"/>
              </p:ext>
            </p:extLst>
          </p:nvPr>
        </p:nvGraphicFramePr>
        <p:xfrm>
          <a:off x="5294612" y="1115290"/>
          <a:ext cx="5809713" cy="5171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55968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4715-FAF4-0E3A-D90F-643C1DA4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/>
          <a:p>
            <a:r>
              <a:rPr lang="en-US" dirty="0"/>
              <a:t>Premium – At Fault Count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8DCCA8-6E32-6728-3F73-30F36DFE5C6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8205183"/>
              </p:ext>
            </p:extLst>
          </p:nvPr>
        </p:nvGraphicFramePr>
        <p:xfrm>
          <a:off x="4134532" y="1129145"/>
          <a:ext cx="7794231" cy="5157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1987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44D0-7267-45A8-0011-074D146C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Premium – Fico Score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8697FAD-1D88-642C-FE6D-6C864CB56A2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19120594"/>
              </p:ext>
            </p:extLst>
          </p:nvPr>
        </p:nvGraphicFramePr>
        <p:xfrm>
          <a:off x="4133850" y="1128713"/>
          <a:ext cx="7794625" cy="5157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1631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87D7C-81B1-56DC-DA7F-6E1203FA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Premium - Mileage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F6BCAD-1AD3-63F4-44AF-1AF279E333ED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133850" y="1128713"/>
          <a:ext cx="7794625" cy="5157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41188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1FA0-26DB-2BBB-C7F8-5EBF7322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Premium - dui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3CBEF4-E895-DCD4-5755-486F85D5E80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02624899"/>
              </p:ext>
            </p:extLst>
          </p:nvPr>
        </p:nvGraphicFramePr>
        <p:xfrm>
          <a:off x="4133850" y="1128713"/>
          <a:ext cx="7794625" cy="5157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4902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1C7C-0D8F-E469-87E8-D8C25FE1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3" y="1114655"/>
            <a:ext cx="2897084" cy="3675552"/>
          </a:xfrm>
        </p:spPr>
        <p:txBody>
          <a:bodyPr/>
          <a:lstStyle/>
          <a:p>
            <a:r>
              <a:rPr lang="en-US" dirty="0"/>
              <a:t>Premium - coverage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6107FD-8E0C-AFF8-7B41-342FDA75BCE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72268812"/>
              </p:ext>
            </p:extLst>
          </p:nvPr>
        </p:nvGraphicFramePr>
        <p:xfrm>
          <a:off x="4133850" y="1128713"/>
          <a:ext cx="7794625" cy="5157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94882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FB622B7-BD0F-983D-A18E-92DF9C73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</p:spPr>
        <p:txBody>
          <a:bodyPr anchor="t">
            <a:normAutofit/>
          </a:bodyPr>
          <a:lstStyle/>
          <a:p>
            <a:r>
              <a:rPr lang="en-US" dirty="0"/>
              <a:t>Premium formula 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37C5F1EF-E23B-719E-2A1D-77A7CB068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3717861"/>
              </p:ext>
            </p:extLst>
          </p:nvPr>
        </p:nvGraphicFramePr>
        <p:xfrm>
          <a:off x="1088130" y="2394454"/>
          <a:ext cx="9922770" cy="829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098">
                  <a:extLst>
                    <a:ext uri="{9D8B030D-6E8A-4147-A177-3AD203B41FA5}">
                      <a16:colId xmlns:a16="http://schemas.microsoft.com/office/drawing/2014/main" val="360745292"/>
                    </a:ext>
                  </a:extLst>
                </a:gridCol>
                <a:gridCol w="1112672">
                  <a:extLst>
                    <a:ext uri="{9D8B030D-6E8A-4147-A177-3AD203B41FA5}">
                      <a16:colId xmlns:a16="http://schemas.microsoft.com/office/drawing/2014/main" val="19422260"/>
                    </a:ext>
                  </a:extLst>
                </a:gridCol>
                <a:gridCol w="1842876">
                  <a:extLst>
                    <a:ext uri="{9D8B030D-6E8A-4147-A177-3AD203B41FA5}">
                      <a16:colId xmlns:a16="http://schemas.microsoft.com/office/drawing/2014/main" val="1455648835"/>
                    </a:ext>
                  </a:extLst>
                </a:gridCol>
                <a:gridCol w="1219531">
                  <a:extLst>
                    <a:ext uri="{9D8B030D-6E8A-4147-A177-3AD203B41FA5}">
                      <a16:colId xmlns:a16="http://schemas.microsoft.com/office/drawing/2014/main" val="3992276971"/>
                    </a:ext>
                  </a:extLst>
                </a:gridCol>
                <a:gridCol w="1431022">
                  <a:extLst>
                    <a:ext uri="{9D8B030D-6E8A-4147-A177-3AD203B41FA5}">
                      <a16:colId xmlns:a16="http://schemas.microsoft.com/office/drawing/2014/main" val="4232474242"/>
                    </a:ext>
                  </a:extLst>
                </a:gridCol>
                <a:gridCol w="533852">
                  <a:extLst>
                    <a:ext uri="{9D8B030D-6E8A-4147-A177-3AD203B41FA5}">
                      <a16:colId xmlns:a16="http://schemas.microsoft.com/office/drawing/2014/main" val="188687844"/>
                    </a:ext>
                  </a:extLst>
                </a:gridCol>
                <a:gridCol w="1003586">
                  <a:extLst>
                    <a:ext uri="{9D8B030D-6E8A-4147-A177-3AD203B41FA5}">
                      <a16:colId xmlns:a16="http://schemas.microsoft.com/office/drawing/2014/main" val="1312159408"/>
                    </a:ext>
                  </a:extLst>
                </a:gridCol>
                <a:gridCol w="720855">
                  <a:extLst>
                    <a:ext uri="{9D8B030D-6E8A-4147-A177-3AD203B41FA5}">
                      <a16:colId xmlns:a16="http://schemas.microsoft.com/office/drawing/2014/main" val="3169147623"/>
                    </a:ext>
                  </a:extLst>
                </a:gridCol>
                <a:gridCol w="1079278">
                  <a:extLst>
                    <a:ext uri="{9D8B030D-6E8A-4147-A177-3AD203B41FA5}">
                      <a16:colId xmlns:a16="http://schemas.microsoft.com/office/drawing/2014/main" val="1676414338"/>
                    </a:ext>
                  </a:extLst>
                </a:gridCol>
              </a:tblGrid>
              <a:tr h="5321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Applicant Age</a:t>
                      </a:r>
                      <a:endParaRPr lang="en-US" sz="15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Years_Exp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 dirty="0" err="1">
                          <a:effectLst/>
                        </a:rPr>
                        <a:t>At_Fault_Accidents</a:t>
                      </a:r>
                      <a:endParaRPr lang="en-US" sz="15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credit_score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annual_milage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DUI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Coverage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Risk Rating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Cost</a:t>
                      </a:r>
                      <a:endParaRPr lang="en-US" sz="15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extLst>
                  <a:ext uri="{0D108BD9-81ED-4DB2-BD59-A6C34878D82A}">
                    <a16:rowId xmlns:a16="http://schemas.microsoft.com/office/drawing/2014/main" val="1075663893"/>
                  </a:ext>
                </a:extLst>
              </a:tr>
              <a:tr h="29706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1.21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1.25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1.39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1.1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7.7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138.75675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686" marR="10686" marT="10686" marB="0" anchor="b"/>
                </a:tc>
                <a:extLst>
                  <a:ext uri="{0D108BD9-81ED-4DB2-BD59-A6C34878D82A}">
                    <a16:rowId xmlns:a16="http://schemas.microsoft.com/office/drawing/2014/main" val="171258348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A3082A2-C9EF-8753-54AA-F31B63209C65}"/>
              </a:ext>
            </a:extLst>
          </p:cNvPr>
          <p:cNvSpPr txBox="1"/>
          <p:nvPr/>
        </p:nvSpPr>
        <p:spPr>
          <a:xfrm>
            <a:off x="1088130" y="1873086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4288C3A-EA03-E12C-2156-B3E2CAC32E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8277886"/>
              </p:ext>
            </p:extLst>
          </p:nvPr>
        </p:nvGraphicFramePr>
        <p:xfrm>
          <a:off x="1088130" y="375557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808973D1-9F32-2BFB-2BEA-440B7B50F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515" y="4667283"/>
            <a:ext cx="5173656" cy="96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12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7CD9-FFEA-AC61-666C-C4C8820C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0211A-8454-55BD-4AAB-6E01FF96A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carefully cleaned and analyzed the different characteristics of insurance applicants. </a:t>
            </a:r>
          </a:p>
          <a:p>
            <a:endParaRPr lang="en-US" dirty="0"/>
          </a:p>
          <a:p>
            <a:r>
              <a:rPr lang="en-US" dirty="0"/>
              <a:t>Applicants were then given a risk rating depending several factors.</a:t>
            </a:r>
          </a:p>
          <a:p>
            <a:endParaRPr lang="en-US" dirty="0"/>
          </a:p>
          <a:p>
            <a:r>
              <a:rPr lang="en-US" dirty="0"/>
              <a:t>We created a premium formula based on applicant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765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E724-6310-1A5B-A444-C3109188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48CE8-48AC-9863-6316-228A1AE92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 insurance is one of the largest insurance categories in the United States.</a:t>
            </a:r>
          </a:p>
          <a:p>
            <a:endParaRPr lang="en-US" dirty="0"/>
          </a:p>
          <a:p>
            <a:r>
              <a:rPr lang="en-US" dirty="0"/>
              <a:t>This analysis provides an auto insurance pricing that considers the various characteristics of applicants.</a:t>
            </a:r>
          </a:p>
        </p:txBody>
      </p:sp>
    </p:spTree>
    <p:extLst>
      <p:ext uri="{BB962C8B-B14F-4D97-AF65-F5344CB8AC3E}">
        <p14:creationId xmlns:p14="http://schemas.microsoft.com/office/powerpoint/2010/main" val="1806088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F491-8852-2AD3-8367-A95DD77BB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61469-B98F-E464-6186-251DDD6D0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Mordor Intelligence. "United States Motor Insurance Market Size and Share." </a:t>
            </a:r>
            <a:r>
              <a:rPr lang="en-US" i="1" dirty="0"/>
              <a:t>Mordor Intelligence</a:t>
            </a:r>
            <a:r>
              <a:rPr lang="en-US" dirty="0"/>
              <a:t>, </a:t>
            </a:r>
            <a:r>
              <a:rPr lang="en-US" dirty="0">
                <a:hlinkClick r:id="rId2"/>
              </a:rPr>
              <a:t>www.mordorintelligence.com/industry-reports/united-sates-motor-insurance-market</a:t>
            </a:r>
            <a:r>
              <a:rPr lang="en-US" dirty="0"/>
              <a:t>. Accessed 11 Sept. 2026.</a:t>
            </a:r>
          </a:p>
          <a:p>
            <a:endParaRPr lang="en-US" dirty="0"/>
          </a:p>
          <a:p>
            <a:r>
              <a:rPr lang="en-US" dirty="0" err="1"/>
              <a:t>Insurify</a:t>
            </a:r>
            <a:r>
              <a:rPr lang="en-US" dirty="0"/>
              <a:t> Insights. "Driving Drunk: States with the Most DUIs (2019)." </a:t>
            </a:r>
            <a:r>
              <a:rPr lang="en-US" i="1" dirty="0" err="1"/>
              <a:t>Insurify</a:t>
            </a:r>
            <a:r>
              <a:rPr lang="en-US" dirty="0"/>
              <a:t>, 28 July 2022, </a:t>
            </a:r>
            <a:r>
              <a:rPr lang="en-US" dirty="0">
                <a:hlinkClick r:id="rId3"/>
              </a:rPr>
              <a:t>insurify.com/insights/driving-drunk-states-with-the-most-</a:t>
            </a:r>
            <a:r>
              <a:rPr lang="en-US" dirty="0" err="1">
                <a:hlinkClick r:id="rId3"/>
              </a:rPr>
              <a:t>duis</a:t>
            </a:r>
            <a:r>
              <a:rPr lang="en-US" dirty="0">
                <a:hlinkClick r:id="rId3"/>
              </a:rPr>
              <a:t>/</a:t>
            </a:r>
            <a:r>
              <a:rPr lang="en-US" dirty="0"/>
              <a:t>. Accessed 11 Sept. 2026.</a:t>
            </a:r>
          </a:p>
        </p:txBody>
      </p:sp>
    </p:spTree>
    <p:extLst>
      <p:ext uri="{BB962C8B-B14F-4D97-AF65-F5344CB8AC3E}">
        <p14:creationId xmlns:p14="http://schemas.microsoft.com/office/powerpoint/2010/main" val="1047634027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19751</TotalTime>
  <Words>582</Words>
  <Application>Microsoft Office PowerPoint</Application>
  <PresentationFormat>Widescreen</PresentationFormat>
  <Paragraphs>131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ADLaM Display</vt:lpstr>
      <vt:lpstr>Aptos Narrow</vt:lpstr>
      <vt:lpstr>Arial</vt:lpstr>
      <vt:lpstr>Neue Haas Grotesk Text Pro</vt:lpstr>
      <vt:lpstr>System Font Regular</vt:lpstr>
      <vt:lpstr>Bjorn</vt:lpstr>
      <vt:lpstr>An Auto Insurance Underwriting Analysis</vt:lpstr>
      <vt:lpstr>Introduction</vt:lpstr>
      <vt:lpstr>Goal</vt:lpstr>
      <vt:lpstr>Tools</vt:lpstr>
      <vt:lpstr>Applicant Demographics</vt:lpstr>
      <vt:lpstr>Applicant Age</vt:lpstr>
      <vt:lpstr>FICO Credit Score</vt:lpstr>
      <vt:lpstr>Vehicle info</vt:lpstr>
      <vt:lpstr>Other DEMOGRAPHICS</vt:lpstr>
      <vt:lpstr>Demographics info</vt:lpstr>
      <vt:lpstr>Risk</vt:lpstr>
      <vt:lpstr>Risk rating</vt:lpstr>
      <vt:lpstr>Risk info </vt:lpstr>
      <vt:lpstr>Premium</vt:lpstr>
      <vt:lpstr>Premium - Age</vt:lpstr>
      <vt:lpstr>Premium – Driving Experience</vt:lpstr>
      <vt:lpstr>Premium – At Fault Count</vt:lpstr>
      <vt:lpstr>Premium – Fico Score</vt:lpstr>
      <vt:lpstr>Premium - Mileage</vt:lpstr>
      <vt:lpstr>Premium - dui</vt:lpstr>
      <vt:lpstr>Premium - coverage</vt:lpstr>
      <vt:lpstr>Premium formula </vt:lpstr>
      <vt:lpstr>Goals </vt:lpstr>
      <vt:lpstr>Conclusion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Nahum Ghebrehiwet</dc:creator>
  <cp:lastModifiedBy>Nahum Ghebrehiwet</cp:lastModifiedBy>
  <cp:revision>1</cp:revision>
  <dcterms:created xsi:type="dcterms:W3CDTF">2026-08-27T01:54:12Z</dcterms:created>
  <dcterms:modified xsi:type="dcterms:W3CDTF">2026-09-13T04:35:23Z</dcterms:modified>
</cp:coreProperties>
</file>